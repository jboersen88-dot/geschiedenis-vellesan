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1"/>
  </p:notesMasterIdLst>
  <p:sldIdLst>
    <p:sldId id="256" r:id="rId2"/>
    <p:sldId id="264" r:id="rId3"/>
    <p:sldId id="257" r:id="rId4"/>
    <p:sldId id="258" r:id="rId5"/>
    <p:sldId id="259" r:id="rId6"/>
    <p:sldId id="263" r:id="rId7"/>
    <p:sldId id="260" r:id="rId8"/>
    <p:sldId id="261"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E6C731-3829-E041-8A6B-E3CEA4DF3F93}" v="5" dt="2026-08-18T19:23:33.1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7"/>
    <p:restoredTop sz="94567"/>
  </p:normalViewPr>
  <p:slideViewPr>
    <p:cSldViewPr snapToGrid="0">
      <p:cViewPr varScale="1">
        <p:scale>
          <a:sx n="103" d="100"/>
          <a:sy n="103" d="100"/>
        </p:scale>
        <p:origin x="68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ersen, J." userId="ef861617-4683-4769-89bf-8b2c6af074b4" providerId="ADAL" clId="{0D538EBC-C156-5F4A-A875-1B390F92FCF1}"/>
    <pc:docChg chg="undo custSel addSld delSld modSld">
      <pc:chgData name="Boersen, J." userId="ef861617-4683-4769-89bf-8b2c6af074b4" providerId="ADAL" clId="{0D538EBC-C156-5F4A-A875-1B390F92FCF1}" dt="2026-08-18T19:23:42.549" v="236" actId="2696"/>
      <pc:docMkLst>
        <pc:docMk/>
      </pc:docMkLst>
      <pc:sldChg chg="modSp mod">
        <pc:chgData name="Boersen, J." userId="ef861617-4683-4769-89bf-8b2c6af074b4" providerId="ADAL" clId="{0D538EBC-C156-5F4A-A875-1B390F92FCF1}" dt="2026-08-18T18:41:08.869" v="220" actId="313"/>
        <pc:sldMkLst>
          <pc:docMk/>
          <pc:sldMk cId="1566429183" sldId="257"/>
        </pc:sldMkLst>
        <pc:spChg chg="mod">
          <ac:chgData name="Boersen, J." userId="ef861617-4683-4769-89bf-8b2c6af074b4" providerId="ADAL" clId="{0D538EBC-C156-5F4A-A875-1B390F92FCF1}" dt="2026-08-18T18:41:08.869" v="220" actId="313"/>
          <ac:spMkLst>
            <pc:docMk/>
            <pc:sldMk cId="1566429183" sldId="257"/>
            <ac:spMk id="3" creationId="{4A565D7C-5893-F3C9-2B1E-5DF0361D9ECA}"/>
          </ac:spMkLst>
        </pc:spChg>
      </pc:sldChg>
      <pc:sldChg chg="addSp modSp mod setBg">
        <pc:chgData name="Boersen, J." userId="ef861617-4683-4769-89bf-8b2c6af074b4" providerId="ADAL" clId="{0D538EBC-C156-5F4A-A875-1B390F92FCF1}" dt="2026-08-18T18:38:45.488" v="7" actId="403"/>
        <pc:sldMkLst>
          <pc:docMk/>
          <pc:sldMk cId="1010036258" sldId="259"/>
        </pc:sldMkLst>
        <pc:spChg chg="mod">
          <ac:chgData name="Boersen, J." userId="ef861617-4683-4769-89bf-8b2c6af074b4" providerId="ADAL" clId="{0D538EBC-C156-5F4A-A875-1B390F92FCF1}" dt="2026-08-18T18:38:41.427" v="5" actId="14100"/>
          <ac:spMkLst>
            <pc:docMk/>
            <pc:sldMk cId="1010036258" sldId="259"/>
            <ac:spMk id="2" creationId="{5C1782F0-AC2B-932F-9100-F20DD6071551}"/>
          </ac:spMkLst>
        </pc:spChg>
        <pc:spChg chg="mod">
          <ac:chgData name="Boersen, J." userId="ef861617-4683-4769-89bf-8b2c6af074b4" providerId="ADAL" clId="{0D538EBC-C156-5F4A-A875-1B390F92FCF1}" dt="2026-08-18T18:38:45.488" v="7" actId="403"/>
          <ac:spMkLst>
            <pc:docMk/>
            <pc:sldMk cId="1010036258" sldId="259"/>
            <ac:spMk id="3" creationId="{348BFE4B-81F5-5C6D-A11A-D74572F8A283}"/>
          </ac:spMkLst>
        </pc:spChg>
        <pc:spChg chg="add">
          <ac:chgData name="Boersen, J." userId="ef861617-4683-4769-89bf-8b2c6af074b4" providerId="ADAL" clId="{0D538EBC-C156-5F4A-A875-1B390F92FCF1}" dt="2026-08-18T18:38:36.717" v="4" actId="26606"/>
          <ac:spMkLst>
            <pc:docMk/>
            <pc:sldMk cId="1010036258" sldId="259"/>
            <ac:spMk id="9" creationId="{C8A3C342-1D03-412F-8DD3-BF519E8E0AE9}"/>
          </ac:spMkLst>
        </pc:spChg>
        <pc:spChg chg="add">
          <ac:chgData name="Boersen, J." userId="ef861617-4683-4769-89bf-8b2c6af074b4" providerId="ADAL" clId="{0D538EBC-C156-5F4A-A875-1B390F92FCF1}" dt="2026-08-18T18:38:36.717" v="4" actId="26606"/>
          <ac:spMkLst>
            <pc:docMk/>
            <pc:sldMk cId="1010036258" sldId="259"/>
            <ac:spMk id="11" creationId="{81CC9B02-E087-4350-AEBD-2C3CF001AF01}"/>
          </ac:spMkLst>
        </pc:spChg>
        <pc:picChg chg="add mod">
          <ac:chgData name="Boersen, J." userId="ef861617-4683-4769-89bf-8b2c6af074b4" providerId="ADAL" clId="{0D538EBC-C156-5F4A-A875-1B390F92FCF1}" dt="2026-08-18T18:38:36.717" v="4" actId="26606"/>
          <ac:picMkLst>
            <pc:docMk/>
            <pc:sldMk cId="1010036258" sldId="259"/>
            <ac:picMk id="4" creationId="{F4DBEE1E-5AEE-B184-3357-95EBAE82256B}"/>
          </ac:picMkLst>
        </pc:picChg>
      </pc:sldChg>
      <pc:sldChg chg="del">
        <pc:chgData name="Boersen, J." userId="ef861617-4683-4769-89bf-8b2c6af074b4" providerId="ADAL" clId="{0D538EBC-C156-5F4A-A875-1B390F92FCF1}" dt="2026-08-18T19:23:42.549" v="236" actId="2696"/>
        <pc:sldMkLst>
          <pc:docMk/>
          <pc:sldMk cId="3982552805" sldId="262"/>
        </pc:sldMkLst>
      </pc:sldChg>
      <pc:sldChg chg="addSp delSp modSp mod setBg modClrScheme chgLayout">
        <pc:chgData name="Boersen, J." userId="ef861617-4683-4769-89bf-8b2c6af074b4" providerId="ADAL" clId="{0D538EBC-C156-5F4A-A875-1B390F92FCF1}" dt="2026-08-18T18:37:45.109" v="2" actId="26606"/>
        <pc:sldMkLst>
          <pc:docMk/>
          <pc:sldMk cId="3143331502" sldId="263"/>
        </pc:sldMkLst>
        <pc:spChg chg="del">
          <ac:chgData name="Boersen, J." userId="ef861617-4683-4769-89bf-8b2c6af074b4" providerId="ADAL" clId="{0D538EBC-C156-5F4A-A875-1B390F92FCF1}" dt="2026-08-18T18:37:43.239" v="0" actId="700"/>
          <ac:spMkLst>
            <pc:docMk/>
            <pc:sldMk cId="3143331502" sldId="263"/>
            <ac:spMk id="2" creationId="{AE8324EE-7AA7-10FE-0CD9-6382401CDDAC}"/>
          </ac:spMkLst>
        </pc:spChg>
        <pc:spChg chg="del">
          <ac:chgData name="Boersen, J." userId="ef861617-4683-4769-89bf-8b2c6af074b4" providerId="ADAL" clId="{0D538EBC-C156-5F4A-A875-1B390F92FCF1}" dt="2026-08-18T18:37:43.239" v="0" actId="700"/>
          <ac:spMkLst>
            <pc:docMk/>
            <pc:sldMk cId="3143331502" sldId="263"/>
            <ac:spMk id="3" creationId="{A90FC23C-6E0D-CD8D-0618-62752848DDB0}"/>
          </ac:spMkLst>
        </pc:spChg>
        <pc:spChg chg="add">
          <ac:chgData name="Boersen, J." userId="ef861617-4683-4769-89bf-8b2c6af074b4" providerId="ADAL" clId="{0D538EBC-C156-5F4A-A875-1B390F92FCF1}" dt="2026-08-18T18:37:45.109" v="2" actId="26606"/>
          <ac:spMkLst>
            <pc:docMk/>
            <pc:sldMk cId="3143331502" sldId="263"/>
            <ac:spMk id="9" creationId="{DFB3CEA1-88D9-42FB-88ED-1E9807FE6596}"/>
          </ac:spMkLst>
        </pc:spChg>
        <pc:spChg chg="add">
          <ac:chgData name="Boersen, J." userId="ef861617-4683-4769-89bf-8b2c6af074b4" providerId="ADAL" clId="{0D538EBC-C156-5F4A-A875-1B390F92FCF1}" dt="2026-08-18T18:37:45.109" v="2" actId="26606"/>
          <ac:spMkLst>
            <pc:docMk/>
            <pc:sldMk cId="3143331502" sldId="263"/>
            <ac:spMk id="11" creationId="{9A6C928E-4252-4F33-8C34-E50A12A3170B}"/>
          </ac:spMkLst>
        </pc:spChg>
        <pc:picChg chg="add mod">
          <ac:chgData name="Boersen, J." userId="ef861617-4683-4769-89bf-8b2c6af074b4" providerId="ADAL" clId="{0D538EBC-C156-5F4A-A875-1B390F92FCF1}" dt="2026-08-18T18:37:45.109" v="2" actId="26606"/>
          <ac:picMkLst>
            <pc:docMk/>
            <pc:sldMk cId="3143331502" sldId="263"/>
            <ac:picMk id="4" creationId="{8F1C4739-CF40-0CB7-F61F-964A28E87240}"/>
          </ac:picMkLst>
        </pc:picChg>
      </pc:sldChg>
      <pc:sldChg chg="addSp delSp modSp new mod setBg modClrScheme chgLayout">
        <pc:chgData name="Boersen, J." userId="ef861617-4683-4769-89bf-8b2c6af074b4" providerId="ADAL" clId="{0D538EBC-C156-5F4A-A875-1B390F92FCF1}" dt="2026-08-18T18:48:45.362" v="230" actId="26606"/>
        <pc:sldMkLst>
          <pc:docMk/>
          <pc:sldMk cId="1118939835" sldId="264"/>
        </pc:sldMkLst>
        <pc:spChg chg="del">
          <ac:chgData name="Boersen, J." userId="ef861617-4683-4769-89bf-8b2c6af074b4" providerId="ADAL" clId="{0D538EBC-C156-5F4A-A875-1B390F92FCF1}" dt="2026-08-18T18:46:31.079" v="225" actId="700"/>
          <ac:spMkLst>
            <pc:docMk/>
            <pc:sldMk cId="1118939835" sldId="264"/>
            <ac:spMk id="2" creationId="{D419D158-9FE9-818E-7C1A-29D43C5C966F}"/>
          </ac:spMkLst>
        </pc:spChg>
        <pc:spChg chg="del">
          <ac:chgData name="Boersen, J." userId="ef861617-4683-4769-89bf-8b2c6af074b4" providerId="ADAL" clId="{0D538EBC-C156-5F4A-A875-1B390F92FCF1}" dt="2026-08-18T18:46:31.079" v="225" actId="700"/>
          <ac:spMkLst>
            <pc:docMk/>
            <pc:sldMk cId="1118939835" sldId="264"/>
            <ac:spMk id="3" creationId="{F11264BB-8C61-6463-B32E-682310BFCED8}"/>
          </ac:spMkLst>
        </pc:spChg>
        <pc:picChg chg="add del">
          <ac:chgData name="Boersen, J." userId="ef861617-4683-4769-89bf-8b2c6af074b4" providerId="ADAL" clId="{0D538EBC-C156-5F4A-A875-1B390F92FCF1}" dt="2026-08-18T18:46:27.305" v="224" actId="22"/>
          <ac:picMkLst>
            <pc:docMk/>
            <pc:sldMk cId="1118939835" sldId="264"/>
            <ac:picMk id="4" creationId="{97166A49-AC13-1A6F-255E-90C8E50DE3F0}"/>
          </ac:picMkLst>
        </pc:picChg>
        <pc:picChg chg="add del">
          <ac:chgData name="Boersen, J." userId="ef861617-4683-4769-89bf-8b2c6af074b4" providerId="ADAL" clId="{0D538EBC-C156-5F4A-A875-1B390F92FCF1}" dt="2026-08-18T18:46:34.145" v="228" actId="22"/>
          <ac:picMkLst>
            <pc:docMk/>
            <pc:sldMk cId="1118939835" sldId="264"/>
            <ac:picMk id="5" creationId="{11A07960-88D9-74BB-F830-1F978AB65D37}"/>
          </ac:picMkLst>
        </pc:picChg>
        <pc:picChg chg="add mod">
          <ac:chgData name="Boersen, J." userId="ef861617-4683-4769-89bf-8b2c6af074b4" providerId="ADAL" clId="{0D538EBC-C156-5F4A-A875-1B390F92FCF1}" dt="2026-08-18T18:48:45.362" v="230" actId="26606"/>
          <ac:picMkLst>
            <pc:docMk/>
            <pc:sldMk cId="1118939835" sldId="264"/>
            <ac:picMk id="6" creationId="{F8FB6343-B161-FC09-0089-8FDFB177044D}"/>
          </ac:picMkLst>
        </pc:picChg>
      </pc:sldChg>
      <pc:sldChg chg="addSp delSp modSp new mod setBg">
        <pc:chgData name="Boersen, J." userId="ef861617-4683-4769-89bf-8b2c6af074b4" providerId="ADAL" clId="{0D538EBC-C156-5F4A-A875-1B390F92FCF1}" dt="2026-08-18T19:23:37.426" v="235" actId="26606"/>
        <pc:sldMkLst>
          <pc:docMk/>
          <pc:sldMk cId="1752464391" sldId="265"/>
        </pc:sldMkLst>
        <pc:spChg chg="add del">
          <ac:chgData name="Boersen, J." userId="ef861617-4683-4769-89bf-8b2c6af074b4" providerId="ADAL" clId="{0D538EBC-C156-5F4A-A875-1B390F92FCF1}" dt="2026-08-18T19:23:37.426" v="235" actId="26606"/>
          <ac:spMkLst>
            <pc:docMk/>
            <pc:sldMk cId="1752464391" sldId="265"/>
            <ac:spMk id="2" creationId="{5F63035B-0B18-B045-FB61-29B6D8D7CC19}"/>
          </ac:spMkLst>
        </pc:spChg>
        <pc:spChg chg="add del">
          <ac:chgData name="Boersen, J." userId="ef861617-4683-4769-89bf-8b2c6af074b4" providerId="ADAL" clId="{0D538EBC-C156-5F4A-A875-1B390F92FCF1}" dt="2026-08-18T19:23:37.426" v="235" actId="26606"/>
          <ac:spMkLst>
            <pc:docMk/>
            <pc:sldMk cId="1752464391" sldId="265"/>
            <ac:spMk id="3" creationId="{9FCF21F5-FDEE-AE92-ACE0-F984DFD9B765}"/>
          </ac:spMkLst>
        </pc:spChg>
        <pc:spChg chg="add del">
          <ac:chgData name="Boersen, J." userId="ef861617-4683-4769-89bf-8b2c6af074b4" providerId="ADAL" clId="{0D538EBC-C156-5F4A-A875-1B390F92FCF1}" dt="2026-08-18T19:23:37.366" v="234" actId="26606"/>
          <ac:spMkLst>
            <pc:docMk/>
            <pc:sldMk cId="1752464391" sldId="265"/>
            <ac:spMk id="13" creationId="{DA1DAC79-DDBA-4382-9D43-6E5F685BE5FB}"/>
          </ac:spMkLst>
        </pc:spChg>
        <pc:spChg chg="add del">
          <ac:chgData name="Boersen, J." userId="ef861617-4683-4769-89bf-8b2c6af074b4" providerId="ADAL" clId="{0D538EBC-C156-5F4A-A875-1B390F92FCF1}" dt="2026-08-18T19:23:37.366" v="234" actId="26606"/>
          <ac:spMkLst>
            <pc:docMk/>
            <pc:sldMk cId="1752464391" sldId="265"/>
            <ac:spMk id="19" creationId="{6AACA73D-178F-4CFC-99E3-9F4FCBBDBA83}"/>
          </ac:spMkLst>
        </pc:spChg>
        <pc:spChg chg="add del">
          <ac:chgData name="Boersen, J." userId="ef861617-4683-4769-89bf-8b2c6af074b4" providerId="ADAL" clId="{0D538EBC-C156-5F4A-A875-1B390F92FCF1}" dt="2026-08-18T19:23:37.366" v="234" actId="26606"/>
          <ac:spMkLst>
            <pc:docMk/>
            <pc:sldMk cId="1752464391" sldId="265"/>
            <ac:spMk id="21" creationId="{52B1435E-BAB8-43AB-AF6A-C15D437DCB1B}"/>
          </ac:spMkLst>
        </pc:spChg>
        <pc:spChg chg="add">
          <ac:chgData name="Boersen, J." userId="ef861617-4683-4769-89bf-8b2c6af074b4" providerId="ADAL" clId="{0D538EBC-C156-5F4A-A875-1B390F92FCF1}" dt="2026-08-18T19:23:37.426" v="235" actId="26606"/>
          <ac:spMkLst>
            <pc:docMk/>
            <pc:sldMk cId="1752464391" sldId="265"/>
            <ac:spMk id="25" creationId="{DA1DAC79-DDBA-4382-9D43-6E5F685BE5FB}"/>
          </ac:spMkLst>
        </pc:spChg>
        <pc:spChg chg="add">
          <ac:chgData name="Boersen, J." userId="ef861617-4683-4769-89bf-8b2c6af074b4" providerId="ADAL" clId="{0D538EBC-C156-5F4A-A875-1B390F92FCF1}" dt="2026-08-18T19:23:37.426" v="235" actId="26606"/>
          <ac:spMkLst>
            <pc:docMk/>
            <pc:sldMk cId="1752464391" sldId="265"/>
            <ac:spMk id="28" creationId="{6AACA73D-178F-4CFC-99E3-9F4FCBBDBA83}"/>
          </ac:spMkLst>
        </pc:spChg>
        <pc:picChg chg="add mod">
          <ac:chgData name="Boersen, J." userId="ef861617-4683-4769-89bf-8b2c6af074b4" providerId="ADAL" clId="{0D538EBC-C156-5F4A-A875-1B390F92FCF1}" dt="2026-08-18T19:23:37.426" v="235" actId="26606"/>
          <ac:picMkLst>
            <pc:docMk/>
            <pc:sldMk cId="1752464391" sldId="265"/>
            <ac:picMk id="4" creationId="{F5A6E4FB-E75B-561B-9ED3-ADF279CCB084}"/>
          </ac:picMkLst>
        </pc:picChg>
        <pc:picChg chg="add del">
          <ac:chgData name="Boersen, J." userId="ef861617-4683-4769-89bf-8b2c6af074b4" providerId="ADAL" clId="{0D538EBC-C156-5F4A-A875-1B390F92FCF1}" dt="2026-08-18T19:23:37.366" v="234" actId="26606"/>
          <ac:picMkLst>
            <pc:docMk/>
            <pc:sldMk cId="1752464391" sldId="265"/>
            <ac:picMk id="9" creationId="{5B89E5C5-A037-45B3-9D37-3658914D4799}"/>
          </ac:picMkLst>
        </pc:picChg>
        <pc:picChg chg="add del">
          <ac:chgData name="Boersen, J." userId="ef861617-4683-4769-89bf-8b2c6af074b4" providerId="ADAL" clId="{0D538EBC-C156-5F4A-A875-1B390F92FCF1}" dt="2026-08-18T19:23:37.366" v="234" actId="26606"/>
          <ac:picMkLst>
            <pc:docMk/>
            <pc:sldMk cId="1752464391" sldId="265"/>
            <ac:picMk id="11" creationId="{5ACB93B0-521E-443D-9750-AFCFDDB3E801}"/>
          </ac:picMkLst>
        </pc:picChg>
        <pc:picChg chg="add del">
          <ac:chgData name="Boersen, J." userId="ef861617-4683-4769-89bf-8b2c6af074b4" providerId="ADAL" clId="{0D538EBC-C156-5F4A-A875-1B390F92FCF1}" dt="2026-08-18T19:23:37.366" v="234" actId="26606"/>
          <ac:picMkLst>
            <pc:docMk/>
            <pc:sldMk cId="1752464391" sldId="265"/>
            <ac:picMk id="15" creationId="{E0880F10-995F-4F01-A83B-7ECDB7BE7905}"/>
          </ac:picMkLst>
        </pc:picChg>
        <pc:picChg chg="add del">
          <ac:chgData name="Boersen, J." userId="ef861617-4683-4769-89bf-8b2c6af074b4" providerId="ADAL" clId="{0D538EBC-C156-5F4A-A875-1B390F92FCF1}" dt="2026-08-18T19:23:37.366" v="234" actId="26606"/>
          <ac:picMkLst>
            <pc:docMk/>
            <pc:sldMk cId="1752464391" sldId="265"/>
            <ac:picMk id="17" creationId="{A2D49266-1F08-40F2-B0E1-1D919DCB5780}"/>
          </ac:picMkLst>
        </pc:picChg>
        <pc:picChg chg="add">
          <ac:chgData name="Boersen, J." userId="ef861617-4683-4769-89bf-8b2c6af074b4" providerId="ADAL" clId="{0D538EBC-C156-5F4A-A875-1B390F92FCF1}" dt="2026-08-18T19:23:37.426" v="235" actId="26606"/>
          <ac:picMkLst>
            <pc:docMk/>
            <pc:sldMk cId="1752464391" sldId="265"/>
            <ac:picMk id="23" creationId="{5B89E5C5-A037-45B3-9D37-3658914D4799}"/>
          </ac:picMkLst>
        </pc:picChg>
        <pc:picChg chg="add">
          <ac:chgData name="Boersen, J." userId="ef861617-4683-4769-89bf-8b2c6af074b4" providerId="ADAL" clId="{0D538EBC-C156-5F4A-A875-1B390F92FCF1}" dt="2026-08-18T19:23:37.426" v="235" actId="26606"/>
          <ac:picMkLst>
            <pc:docMk/>
            <pc:sldMk cId="1752464391" sldId="265"/>
            <ac:picMk id="24" creationId="{5ACB93B0-521E-443D-9750-AFCFDDB3E801}"/>
          </ac:picMkLst>
        </pc:picChg>
        <pc:picChg chg="add">
          <ac:chgData name="Boersen, J." userId="ef861617-4683-4769-89bf-8b2c6af074b4" providerId="ADAL" clId="{0D538EBC-C156-5F4A-A875-1B390F92FCF1}" dt="2026-08-18T19:23:37.426" v="235" actId="26606"/>
          <ac:picMkLst>
            <pc:docMk/>
            <pc:sldMk cId="1752464391" sldId="265"/>
            <ac:picMk id="26" creationId="{E0880F10-995F-4F01-A83B-7ECDB7BE7905}"/>
          </ac:picMkLst>
        </pc:picChg>
        <pc:picChg chg="add">
          <ac:chgData name="Boersen, J." userId="ef861617-4683-4769-89bf-8b2c6af074b4" providerId="ADAL" clId="{0D538EBC-C156-5F4A-A875-1B390F92FCF1}" dt="2026-08-18T19:23:37.426" v="235" actId="26606"/>
          <ac:picMkLst>
            <pc:docMk/>
            <pc:sldMk cId="1752464391" sldId="265"/>
            <ac:picMk id="27" creationId="{A2D49266-1F08-40F2-B0E1-1D919DCB578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9793B1-B9EC-9147-872F-357B1CA9DB3D}" type="datetimeFigureOut">
              <a:rPr lang="nl-NL" smtClean="0"/>
              <a:t>18-08-2026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BB2A65-8750-084B-803B-D40B74DA388B}" type="slidenum">
              <a:rPr lang="nl-NL" smtClean="0"/>
              <a:t>‹nr.›</a:t>
            </a:fld>
            <a:endParaRPr lang="nl-NL"/>
          </a:p>
        </p:txBody>
      </p:sp>
    </p:spTree>
    <p:extLst>
      <p:ext uri="{BB962C8B-B14F-4D97-AF65-F5344CB8AC3E}">
        <p14:creationId xmlns:p14="http://schemas.microsoft.com/office/powerpoint/2010/main" val="2788010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"Stel je voor: het is mei 1851. Je staat midden in Hyde Park in Londen.</a:t>
            </a:r>
          </a:p>
          <a:p>
            <a:r>
              <a:rPr lang="nl-NL" dirty="0"/>
              <a:t>Voor je verrijst een gebouw zoals de wereld dat nog nooit eerder heeft gezien: het </a:t>
            </a:r>
            <a:r>
              <a:rPr lang="nl-NL" i="1" dirty="0"/>
              <a:t>Crystal </a:t>
            </a:r>
            <a:r>
              <a:rPr lang="nl-NL" i="1" dirty="0" err="1"/>
              <a:t>Palace</a:t>
            </a:r>
            <a:r>
              <a:rPr lang="nl-NL" dirty="0"/>
              <a:t>. Een kolossaal paleis, vrijwel geheel opgebouwd uit gietijzer en glanzend glas. Het is zo immens groot dat zelfs de eeuwenoude, metershoge iepen van het park er gewoon </a:t>
            </a:r>
            <a:r>
              <a:rPr lang="nl-NL" i="1" dirty="0"/>
              <a:t>binnenin</a:t>
            </a:r>
            <a:r>
              <a:rPr lang="nl-NL" dirty="0"/>
              <a:t> staan.</a:t>
            </a:r>
          </a:p>
          <a:p>
            <a:r>
              <a:rPr lang="nl-NL" dirty="0"/>
              <a:t>Als je door de koninklijke poorten naar binnen stapt — geopend door koningin Victoria zelf — word je verblind door het licht dat door het glazen dak naar beneden valt. Je hoort een oorverdovend, indrukwekkend geluid: het sissen van stoom, het ritmisch getik van geautomatiseerde weefgetouwen en het gejoel van miljoenen verbaasde bezoekers.</a:t>
            </a:r>
          </a:p>
          <a:p>
            <a:r>
              <a:rPr lang="nl-NL" dirty="0"/>
              <a:t>Overal waar je kijkt zie je de 'wonderen van de techniek'. Gigantische, glimmend zwarte stoommachines die de toekomst in beweging zetten. Goudomrande vitrines met diamanten, verbluffende textielmachines, en in het midden van de hal een fonkelende, vier meter hoge fontein van roze kristalglas. Ieder land laat trots zien hoe ver het is op het gebied van industrie, rijkdom en innovatie.</a:t>
            </a:r>
          </a:p>
          <a:p>
            <a:r>
              <a:rPr lang="nl-NL" dirty="0"/>
              <a:t>Groot-Brittannië, Duitsland, Frankrijk... ze pakken uit met duizenden indrukwekkende machines en fabrieksproducten.</a:t>
            </a:r>
          </a:p>
          <a:p>
            <a:r>
              <a:rPr lang="nl-NL" dirty="0"/>
              <a:t>Maar als je door de rijen slentert en op zoek gaat naar de Nederlandse inzending, wordt het ineens opvallend stil...</a:t>
            </a:r>
          </a:p>
          <a:p>
            <a:r>
              <a:rPr lang="nl-NL" dirty="0"/>
              <a:t>Van de bijna 14.000 exposanten die op deze wereldtentoonstelling hun nieuwste uitvindingen tonen, komen er slechts </a:t>
            </a:r>
            <a:r>
              <a:rPr lang="nl-NL" b="1" dirty="0"/>
              <a:t>115 uit Nederland</a:t>
            </a:r>
            <a:r>
              <a:rPr lang="nl-NL" dirty="0"/>
              <a:t>. Terwijl landen om ons heen de ene na de andere stoommachine laten draaien, staat Nederland er met voornamelijk traditionele ambachten en landbouwproducten.</a:t>
            </a:r>
          </a:p>
          <a:p>
            <a:r>
              <a:rPr lang="nl-NL" dirty="0"/>
              <a:t>Het riep bij bezoekers van toen direct de vraag op: </a:t>
            </a:r>
            <a:r>
              <a:rPr lang="nl-NL" b="1" dirty="0"/>
              <a:t>Liep Nederland achter?</a:t>
            </a:r>
            <a:r>
              <a:rPr lang="nl-NL" dirty="0"/>
              <a:t> Was de Industriële Revolutie bij ons nog maar net begonnen, of maakten we gewoon andere keuzes?</a:t>
            </a:r>
          </a:p>
          <a:p>
            <a:r>
              <a:rPr lang="nl-NL" dirty="0"/>
              <a:t>Laten we vandaag kijken hoe de wereld in 1851 veranderde — en hoe Nederland zich daarin verhield."</a:t>
            </a:r>
          </a:p>
          <a:p>
            <a:endParaRPr lang="nl-NL" dirty="0"/>
          </a:p>
        </p:txBody>
      </p:sp>
      <p:sp>
        <p:nvSpPr>
          <p:cNvPr id="4" name="Tijdelijke aanduiding voor dianummer 3"/>
          <p:cNvSpPr>
            <a:spLocks noGrp="1"/>
          </p:cNvSpPr>
          <p:nvPr>
            <p:ph type="sldNum" sz="quarter" idx="5"/>
          </p:nvPr>
        </p:nvSpPr>
        <p:spPr/>
        <p:txBody>
          <a:bodyPr/>
          <a:lstStyle/>
          <a:p>
            <a:fld id="{73BB2A65-8750-084B-803B-D40B74DA388B}" type="slidenum">
              <a:rPr lang="nl-NL" smtClean="0"/>
              <a:t>2</a:t>
            </a:fld>
            <a:endParaRPr lang="nl-NL"/>
          </a:p>
        </p:txBody>
      </p:sp>
    </p:spTree>
    <p:extLst>
      <p:ext uri="{BB962C8B-B14F-4D97-AF65-F5344CB8AC3E}">
        <p14:creationId xmlns:p14="http://schemas.microsoft.com/office/powerpoint/2010/main" val="2240612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nl-NL"/>
              <a:t>Klik om stijl te bewerken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Klikken om de ondertitelstijl van het model te bewerken</a:t>
            </a:r>
            <a:endParaRPr lang="en-US" dirty="0"/>
          </a:p>
        </p:txBody>
      </p:sp>
      <p:sp>
        <p:nvSpPr>
          <p:cNvPr id="4" name="Date Placeholder 3"/>
          <p:cNvSpPr>
            <a:spLocks noGrp="1"/>
          </p:cNvSpPr>
          <p:nvPr>
            <p:ph type="dt" sz="half" idx="10"/>
          </p:nvPr>
        </p:nvSpPr>
        <p:spPr/>
        <p:txBody>
          <a:bodyPr/>
          <a:lstStyle/>
          <a:p>
            <a:fld id="{D8D8BF2D-FEE6-5949-90AD-80659CD9632F}" type="datetimeFigureOut">
              <a:rPr lang="nl-NL" smtClean="0"/>
              <a:t>18-08-2026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D63B536F-02ED-1645-BDE4-CDA46D21ADB5}" type="slidenum">
              <a:rPr lang="nl-NL" smtClean="0"/>
              <a:t>‹nr.›</a:t>
            </a:fld>
            <a:endParaRPr lang="nl-NL"/>
          </a:p>
        </p:txBody>
      </p:sp>
    </p:spTree>
    <p:extLst>
      <p:ext uri="{BB962C8B-B14F-4D97-AF65-F5344CB8AC3E}">
        <p14:creationId xmlns:p14="http://schemas.microsoft.com/office/powerpoint/2010/main" val="4062974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7" name="Date Placeholder 3"/>
          <p:cNvSpPr>
            <a:spLocks noGrp="1"/>
          </p:cNvSpPr>
          <p:nvPr>
            <p:ph type="dt" sz="half" idx="10"/>
          </p:nvPr>
        </p:nvSpPr>
        <p:spPr/>
        <p:txBody>
          <a:bodyPr/>
          <a:lstStyle/>
          <a:p>
            <a:fld id="{D8D8BF2D-FEE6-5949-90AD-80659CD9632F}" type="datetimeFigureOut">
              <a:rPr lang="nl-NL" smtClean="0"/>
              <a:t>18-08-2026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D63B536F-02ED-1645-BDE4-CDA46D21ADB5}" type="slidenum">
              <a:rPr lang="nl-NL" smtClean="0"/>
              <a:t>‹nr.›</a:t>
            </a:fld>
            <a:endParaRPr lang="nl-NL"/>
          </a:p>
        </p:txBody>
      </p:sp>
    </p:spTree>
    <p:extLst>
      <p:ext uri="{BB962C8B-B14F-4D97-AF65-F5344CB8AC3E}">
        <p14:creationId xmlns:p14="http://schemas.microsoft.com/office/powerpoint/2010/main" val="3647822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nl-NL"/>
              <a:t>Klik om stijl te bewerken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l-NL"/>
              <a:t>Klikken om de tekststijl van het model te bewerken</a:t>
            </a:r>
          </a:p>
        </p:txBody>
      </p:sp>
      <p:sp>
        <p:nvSpPr>
          <p:cNvPr id="4" name="Date Placeholder 3"/>
          <p:cNvSpPr>
            <a:spLocks noGrp="1"/>
          </p:cNvSpPr>
          <p:nvPr>
            <p:ph type="dt" sz="half" idx="10"/>
          </p:nvPr>
        </p:nvSpPr>
        <p:spPr/>
        <p:txBody>
          <a:bodyPr/>
          <a:lstStyle/>
          <a:p>
            <a:fld id="{D8D8BF2D-FEE6-5949-90AD-80659CD9632F}" type="datetimeFigureOut">
              <a:rPr lang="nl-NL" smtClean="0"/>
              <a:t>18-08-2026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D63B536F-02ED-1645-BDE4-CDA46D21ADB5}" type="slidenum">
              <a:rPr lang="nl-NL" smtClean="0"/>
              <a:t>‹nr.›</a:t>
            </a:fld>
            <a:endParaRPr lang="nl-NL"/>
          </a:p>
        </p:txBody>
      </p:sp>
    </p:spTree>
    <p:extLst>
      <p:ext uri="{BB962C8B-B14F-4D97-AF65-F5344CB8AC3E}">
        <p14:creationId xmlns:p14="http://schemas.microsoft.com/office/powerpoint/2010/main" val="3368982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Date Placeholder 4"/>
          <p:cNvSpPr>
            <a:spLocks noGrp="1"/>
          </p:cNvSpPr>
          <p:nvPr>
            <p:ph type="dt" sz="half" idx="10"/>
          </p:nvPr>
        </p:nvSpPr>
        <p:spPr/>
        <p:txBody>
          <a:bodyPr/>
          <a:lstStyle/>
          <a:p>
            <a:fld id="{D8D8BF2D-FEE6-5949-90AD-80659CD9632F}" type="datetimeFigureOut">
              <a:rPr lang="nl-NL" smtClean="0"/>
              <a:t>18-08-2026</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D63B536F-02ED-1645-BDE4-CDA46D21ADB5}" type="slidenum">
              <a:rPr lang="nl-NL" smtClean="0"/>
              <a:t>‹nr.›</a:t>
            </a:fld>
            <a:endParaRPr lang="nl-NL"/>
          </a:p>
        </p:txBody>
      </p:sp>
    </p:spTree>
    <p:extLst>
      <p:ext uri="{BB962C8B-B14F-4D97-AF65-F5344CB8AC3E}">
        <p14:creationId xmlns:p14="http://schemas.microsoft.com/office/powerpoint/2010/main" val="1398156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nl-NL"/>
              <a:t>Klik om stijl te bewerken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7" name="Date Placeholder 6"/>
          <p:cNvSpPr>
            <a:spLocks noGrp="1"/>
          </p:cNvSpPr>
          <p:nvPr>
            <p:ph type="dt" sz="half" idx="10"/>
          </p:nvPr>
        </p:nvSpPr>
        <p:spPr/>
        <p:txBody>
          <a:bodyPr/>
          <a:lstStyle/>
          <a:p>
            <a:fld id="{D8D8BF2D-FEE6-5949-90AD-80659CD9632F}" type="datetimeFigureOut">
              <a:rPr lang="nl-NL" smtClean="0"/>
              <a:t>18-08-2026</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D63B536F-02ED-1645-BDE4-CDA46D21ADB5}" type="slidenum">
              <a:rPr lang="nl-NL" smtClean="0"/>
              <a:t>‹nr.›</a:t>
            </a:fld>
            <a:endParaRPr lang="nl-NL"/>
          </a:p>
        </p:txBody>
      </p:sp>
    </p:spTree>
    <p:extLst>
      <p:ext uri="{BB962C8B-B14F-4D97-AF65-F5344CB8AC3E}">
        <p14:creationId xmlns:p14="http://schemas.microsoft.com/office/powerpoint/2010/main" val="2712789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7" name="Date Placeholder 2"/>
          <p:cNvSpPr>
            <a:spLocks noGrp="1"/>
          </p:cNvSpPr>
          <p:nvPr>
            <p:ph type="dt" sz="half" idx="10"/>
          </p:nvPr>
        </p:nvSpPr>
        <p:spPr/>
        <p:txBody>
          <a:bodyPr/>
          <a:lstStyle/>
          <a:p>
            <a:fld id="{D8D8BF2D-FEE6-5949-90AD-80659CD9632F}" type="datetimeFigureOut">
              <a:rPr lang="nl-NL" smtClean="0"/>
              <a:t>18-08-2026</a:t>
            </a:fld>
            <a:endParaRPr lang="nl-NL"/>
          </a:p>
        </p:txBody>
      </p:sp>
      <p:sp>
        <p:nvSpPr>
          <p:cNvPr id="5" name="Footer Placeholder 3"/>
          <p:cNvSpPr>
            <a:spLocks noGrp="1"/>
          </p:cNvSpPr>
          <p:nvPr>
            <p:ph type="ftr" sz="quarter" idx="11"/>
          </p:nvPr>
        </p:nvSpPr>
        <p:spPr/>
        <p:txBody>
          <a:bodyPr/>
          <a:lstStyle/>
          <a:p>
            <a:endParaRPr lang="nl-NL"/>
          </a:p>
        </p:txBody>
      </p:sp>
      <p:sp>
        <p:nvSpPr>
          <p:cNvPr id="6" name="Slide Number Placeholder 4"/>
          <p:cNvSpPr>
            <a:spLocks noGrp="1"/>
          </p:cNvSpPr>
          <p:nvPr>
            <p:ph type="sldNum" sz="quarter" idx="12"/>
          </p:nvPr>
        </p:nvSpPr>
        <p:spPr/>
        <p:txBody>
          <a:bodyPr/>
          <a:lstStyle/>
          <a:p>
            <a:fld id="{D63B536F-02ED-1645-BDE4-CDA46D21ADB5}" type="slidenum">
              <a:rPr lang="nl-NL" smtClean="0"/>
              <a:t>‹nr.›</a:t>
            </a:fld>
            <a:endParaRPr lang="nl-NL"/>
          </a:p>
        </p:txBody>
      </p:sp>
    </p:spTree>
    <p:extLst>
      <p:ext uri="{BB962C8B-B14F-4D97-AF65-F5344CB8AC3E}">
        <p14:creationId xmlns:p14="http://schemas.microsoft.com/office/powerpoint/2010/main" val="1859646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8D8BF2D-FEE6-5949-90AD-80659CD9632F}" type="datetimeFigureOut">
              <a:rPr lang="nl-NL" smtClean="0"/>
              <a:t>18-08-2026</a:t>
            </a:fld>
            <a:endParaRPr lang="nl-NL"/>
          </a:p>
        </p:txBody>
      </p:sp>
      <p:sp>
        <p:nvSpPr>
          <p:cNvPr id="5" name="Footer Placeholder 2"/>
          <p:cNvSpPr>
            <a:spLocks noGrp="1"/>
          </p:cNvSpPr>
          <p:nvPr>
            <p:ph type="ftr" sz="quarter" idx="11"/>
          </p:nvPr>
        </p:nvSpPr>
        <p:spPr/>
        <p:txBody>
          <a:bodyPr/>
          <a:lstStyle/>
          <a:p>
            <a:endParaRPr lang="nl-NL"/>
          </a:p>
        </p:txBody>
      </p:sp>
      <p:sp>
        <p:nvSpPr>
          <p:cNvPr id="6" name="Slide Number Placeholder 3"/>
          <p:cNvSpPr>
            <a:spLocks noGrp="1"/>
          </p:cNvSpPr>
          <p:nvPr>
            <p:ph type="sldNum" sz="quarter" idx="12"/>
          </p:nvPr>
        </p:nvSpPr>
        <p:spPr/>
        <p:txBody>
          <a:bodyPr/>
          <a:lstStyle/>
          <a:p>
            <a:fld id="{D63B536F-02ED-1645-BDE4-CDA46D21ADB5}" type="slidenum">
              <a:rPr lang="nl-NL" smtClean="0"/>
              <a:t>‹nr.›</a:t>
            </a:fld>
            <a:endParaRPr lang="nl-NL"/>
          </a:p>
        </p:txBody>
      </p:sp>
    </p:spTree>
    <p:extLst>
      <p:ext uri="{BB962C8B-B14F-4D97-AF65-F5344CB8AC3E}">
        <p14:creationId xmlns:p14="http://schemas.microsoft.com/office/powerpoint/2010/main" val="2760311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nl-NL"/>
              <a:t>Klik om stijl te bewerken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7" name="Date Placeholder 4"/>
          <p:cNvSpPr>
            <a:spLocks noGrp="1"/>
          </p:cNvSpPr>
          <p:nvPr>
            <p:ph type="dt" sz="half" idx="10"/>
          </p:nvPr>
        </p:nvSpPr>
        <p:spPr/>
        <p:txBody>
          <a:bodyPr/>
          <a:lstStyle/>
          <a:p>
            <a:fld id="{D8D8BF2D-FEE6-5949-90AD-80659CD9632F}" type="datetimeFigureOut">
              <a:rPr lang="nl-NL" smtClean="0"/>
              <a:t>18-08-2026</a:t>
            </a:fld>
            <a:endParaRPr lang="nl-NL"/>
          </a:p>
        </p:txBody>
      </p:sp>
      <p:sp>
        <p:nvSpPr>
          <p:cNvPr id="5" name="Footer Placeholder 5"/>
          <p:cNvSpPr>
            <a:spLocks noGrp="1"/>
          </p:cNvSpPr>
          <p:nvPr>
            <p:ph type="ftr" sz="quarter" idx="11"/>
          </p:nvPr>
        </p:nvSpPr>
        <p:spPr/>
        <p:txBody>
          <a:bodyPr/>
          <a:lstStyle/>
          <a:p>
            <a:endParaRPr lang="nl-NL"/>
          </a:p>
        </p:txBody>
      </p:sp>
      <p:sp>
        <p:nvSpPr>
          <p:cNvPr id="6" name="Slide Number Placeholder 6"/>
          <p:cNvSpPr>
            <a:spLocks noGrp="1"/>
          </p:cNvSpPr>
          <p:nvPr>
            <p:ph type="sldNum" sz="quarter" idx="12"/>
          </p:nvPr>
        </p:nvSpPr>
        <p:spPr/>
        <p:txBody>
          <a:bodyPr/>
          <a:lstStyle/>
          <a:p>
            <a:fld id="{D63B536F-02ED-1645-BDE4-CDA46D21ADB5}" type="slidenum">
              <a:rPr lang="nl-NL" smtClean="0"/>
              <a:t>‹nr.›</a:t>
            </a:fld>
            <a:endParaRPr lang="nl-NL"/>
          </a:p>
        </p:txBody>
      </p:sp>
    </p:spTree>
    <p:extLst>
      <p:ext uri="{BB962C8B-B14F-4D97-AF65-F5344CB8AC3E}">
        <p14:creationId xmlns:p14="http://schemas.microsoft.com/office/powerpoint/2010/main" val="2202352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nl-NL"/>
              <a:t>Klik om stijl te bewerken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nl-NL"/>
              <a:t>Klik op het pictogram als u een afbeelding wilt toevoegen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D8D8BF2D-FEE6-5949-90AD-80659CD9632F}" type="datetimeFigureOut">
              <a:rPr lang="nl-NL" smtClean="0"/>
              <a:t>18-08-2026</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D63B536F-02ED-1645-BDE4-CDA46D21ADB5}" type="slidenum">
              <a:rPr lang="nl-NL" smtClean="0"/>
              <a:t>‹nr.›</a:t>
            </a:fld>
            <a:endParaRPr lang="nl-NL"/>
          </a:p>
        </p:txBody>
      </p:sp>
    </p:spTree>
    <p:extLst>
      <p:ext uri="{BB962C8B-B14F-4D97-AF65-F5344CB8AC3E}">
        <p14:creationId xmlns:p14="http://schemas.microsoft.com/office/powerpoint/2010/main" val="1629570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sche 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nl-NL"/>
              <a:t>Klik om stijl te bewerken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nl-NL"/>
              <a:t>Klik op het pictogram als u een afbeelding wilt toevoegen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D8D8BF2D-FEE6-5949-90AD-80659CD9632F}" type="datetimeFigureOut">
              <a:rPr lang="nl-NL" smtClean="0"/>
              <a:t>18-08-2026</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D63B536F-02ED-1645-BDE4-CDA46D21ADB5}" type="slidenum">
              <a:rPr lang="nl-NL" smtClean="0"/>
              <a:t>‹nr.›</a:t>
            </a:fld>
            <a:endParaRPr lang="nl-NL"/>
          </a:p>
        </p:txBody>
      </p:sp>
    </p:spTree>
    <p:extLst>
      <p:ext uri="{BB962C8B-B14F-4D97-AF65-F5344CB8AC3E}">
        <p14:creationId xmlns:p14="http://schemas.microsoft.com/office/powerpoint/2010/main" val="493293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el en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nl-NL"/>
              <a:t>Klik om stijl te bewerken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4" name="Date Placeholder 3"/>
          <p:cNvSpPr>
            <a:spLocks noGrp="1"/>
          </p:cNvSpPr>
          <p:nvPr>
            <p:ph type="dt" sz="half" idx="10"/>
          </p:nvPr>
        </p:nvSpPr>
        <p:spPr/>
        <p:txBody>
          <a:bodyPr/>
          <a:lstStyle/>
          <a:p>
            <a:fld id="{D8D8BF2D-FEE6-5949-90AD-80659CD9632F}" type="datetimeFigureOut">
              <a:rPr lang="nl-NL" smtClean="0"/>
              <a:t>18-08-2026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D63B536F-02ED-1645-BDE4-CDA46D21ADB5}" type="slidenum">
              <a:rPr lang="nl-NL" smtClean="0"/>
              <a:t>‹nr.›</a:t>
            </a:fld>
            <a:endParaRPr lang="nl-NL"/>
          </a:p>
        </p:txBody>
      </p:sp>
    </p:spTree>
    <p:extLst>
      <p:ext uri="{BB962C8B-B14F-4D97-AF65-F5344CB8AC3E}">
        <p14:creationId xmlns:p14="http://schemas.microsoft.com/office/powerpoint/2010/main" val="2713780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eraat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nl-NL"/>
              <a:t>Klik om stijl te bewerken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nl-NL"/>
              <a:t>Klikken om de tekststijl van het model te bewerken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4" name="Date Placeholder 3"/>
          <p:cNvSpPr>
            <a:spLocks noGrp="1"/>
          </p:cNvSpPr>
          <p:nvPr>
            <p:ph type="dt" sz="half" idx="10"/>
          </p:nvPr>
        </p:nvSpPr>
        <p:spPr/>
        <p:txBody>
          <a:bodyPr/>
          <a:lstStyle/>
          <a:p>
            <a:fld id="{D8D8BF2D-FEE6-5949-90AD-80659CD9632F}" type="datetimeFigureOut">
              <a:rPr lang="nl-NL" smtClean="0"/>
              <a:t>18-08-2026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D63B536F-02ED-1645-BDE4-CDA46D21ADB5}" type="slidenum">
              <a:rPr lang="nl-NL" smtClean="0"/>
              <a:t>‹nr.›</a:t>
            </a:fld>
            <a:endParaRPr lang="nl-NL"/>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240248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amkaartj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nl-NL"/>
              <a:t>Klik om stijl te bewerken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l-NL"/>
              <a:t>Klikken om de tekststijl van het model te bewerken</a:t>
            </a:r>
          </a:p>
        </p:txBody>
      </p:sp>
      <p:sp>
        <p:nvSpPr>
          <p:cNvPr id="4" name="Date Placeholder 3"/>
          <p:cNvSpPr>
            <a:spLocks noGrp="1"/>
          </p:cNvSpPr>
          <p:nvPr>
            <p:ph type="dt" sz="half" idx="10"/>
          </p:nvPr>
        </p:nvSpPr>
        <p:spPr/>
        <p:txBody>
          <a:bodyPr/>
          <a:lstStyle/>
          <a:p>
            <a:fld id="{D8D8BF2D-FEE6-5949-90AD-80659CD9632F}" type="datetimeFigureOut">
              <a:rPr lang="nl-NL" smtClean="0"/>
              <a:t>18-08-2026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D63B536F-02ED-1645-BDE4-CDA46D21ADB5}" type="slidenum">
              <a:rPr lang="nl-NL" smtClean="0"/>
              <a:t>‹nr.›</a:t>
            </a:fld>
            <a:endParaRPr lang="nl-NL"/>
          </a:p>
        </p:txBody>
      </p:sp>
    </p:spTree>
    <p:extLst>
      <p:ext uri="{BB962C8B-B14F-4D97-AF65-F5344CB8AC3E}">
        <p14:creationId xmlns:p14="http://schemas.microsoft.com/office/powerpoint/2010/main" val="38357484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kolomm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nl-NL"/>
              <a:t>Klik om stijl te bewerken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8D8BF2D-FEE6-5949-90AD-80659CD9632F}" type="datetimeFigureOut">
              <a:rPr lang="nl-NL" smtClean="0"/>
              <a:t>18-08-2026</a:t>
            </a:fld>
            <a:endParaRPr lang="nl-NL"/>
          </a:p>
        </p:txBody>
      </p:sp>
      <p:sp>
        <p:nvSpPr>
          <p:cNvPr id="4"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D63B536F-02ED-1645-BDE4-CDA46D21ADB5}" type="slidenum">
              <a:rPr lang="nl-NL" smtClean="0"/>
              <a:t>‹nr.›</a:t>
            </a:fld>
            <a:endParaRPr lang="nl-NL"/>
          </a:p>
        </p:txBody>
      </p:sp>
    </p:spTree>
    <p:extLst>
      <p:ext uri="{BB962C8B-B14F-4D97-AF65-F5344CB8AC3E}">
        <p14:creationId xmlns:p14="http://schemas.microsoft.com/office/powerpoint/2010/main" val="12569399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Afbeelding-kol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nl-NL"/>
              <a:t>Klik om stijl te bewerken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nl-NL"/>
              <a:t>Klik op het pictogram als u een afbeelding wilt toevoegen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nl-NL"/>
              <a:t>Klik op het pictogram als u een afbeelding wilt toevoegen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nl-NL"/>
              <a:t>Klik op het pictogram als u een afbeelding wilt toevoegen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8D8BF2D-FEE6-5949-90AD-80659CD9632F}" type="datetimeFigureOut">
              <a:rPr lang="nl-NL" smtClean="0"/>
              <a:t>18-08-2026</a:t>
            </a:fld>
            <a:endParaRPr lang="nl-NL"/>
          </a:p>
        </p:txBody>
      </p:sp>
      <p:sp>
        <p:nvSpPr>
          <p:cNvPr id="4"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D63B536F-02ED-1645-BDE4-CDA46D21ADB5}" type="slidenum">
              <a:rPr lang="nl-NL" smtClean="0"/>
              <a:t>‹nr.›</a:t>
            </a:fld>
            <a:endParaRPr lang="nl-NL"/>
          </a:p>
        </p:txBody>
      </p:sp>
    </p:spTree>
    <p:extLst>
      <p:ext uri="{BB962C8B-B14F-4D97-AF65-F5344CB8AC3E}">
        <p14:creationId xmlns:p14="http://schemas.microsoft.com/office/powerpoint/2010/main" val="33559887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Vertical Text Placeholder 2"/>
          <p:cNvSpPr>
            <a:spLocks noGrp="1"/>
          </p:cNvSpPr>
          <p:nvPr>
            <p:ph type="body" orient="vert" idx="1"/>
          </p:nvPr>
        </p:nvSpPr>
        <p:spPr/>
        <p:txBody>
          <a:bodyPr vert="eaVert" anchor="t" anchorCtr="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D8D8BF2D-FEE6-5949-90AD-80659CD9632F}" type="datetimeFigureOut">
              <a:rPr lang="nl-NL" smtClean="0"/>
              <a:t>18-08-2026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D63B536F-02ED-1645-BDE4-CDA46D21ADB5}" type="slidenum">
              <a:rPr lang="nl-NL" smtClean="0"/>
              <a:t>‹nr.›</a:t>
            </a:fld>
            <a:endParaRPr lang="nl-NL"/>
          </a:p>
        </p:txBody>
      </p:sp>
    </p:spTree>
    <p:extLst>
      <p:ext uri="{BB962C8B-B14F-4D97-AF65-F5344CB8AC3E}">
        <p14:creationId xmlns:p14="http://schemas.microsoft.com/office/powerpoint/2010/main" val="1030113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nl-NL"/>
              <a:t>Klik om stijl te bewerken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D8D8BF2D-FEE6-5949-90AD-80659CD9632F}" type="datetimeFigureOut">
              <a:rPr lang="nl-NL" smtClean="0"/>
              <a:t>18-08-2026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D63B536F-02ED-1645-BDE4-CDA46D21ADB5}" type="slidenum">
              <a:rPr lang="nl-NL" smtClean="0"/>
              <a:t>‹nr.›</a:t>
            </a:fld>
            <a:endParaRPr lang="nl-NL"/>
          </a:p>
        </p:txBody>
      </p:sp>
    </p:spTree>
    <p:extLst>
      <p:ext uri="{BB962C8B-B14F-4D97-AF65-F5344CB8AC3E}">
        <p14:creationId xmlns:p14="http://schemas.microsoft.com/office/powerpoint/2010/main" val="3159621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nl-NL"/>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nl-NL"/>
              <a:t>Klik om stijl te bewerken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8D8BF2D-FEE6-5949-90AD-80659CD9632F}" type="datetimeFigureOut">
              <a:rPr lang="nl-NL" smtClean="0"/>
              <a:t>18-08-2026</a:t>
            </a:fld>
            <a:endParaRPr lang="nl-NL"/>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nl-NL"/>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63B536F-02ED-1645-BDE4-CDA46D21ADB5}" type="slidenum">
              <a:rPr lang="nl-NL" smtClean="0"/>
              <a:t>‹nr.›</a:t>
            </a:fld>
            <a:endParaRPr lang="nl-NL"/>
          </a:p>
        </p:txBody>
      </p:sp>
    </p:spTree>
    <p:extLst>
      <p:ext uri="{BB962C8B-B14F-4D97-AF65-F5344CB8AC3E}">
        <p14:creationId xmlns:p14="http://schemas.microsoft.com/office/powerpoint/2010/main" val="213290394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jp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770291-9F84-8B00-151E-208BDB8AB7CE}"/>
              </a:ext>
            </a:extLst>
          </p:cNvPr>
          <p:cNvSpPr>
            <a:spLocks noGrp="1"/>
          </p:cNvSpPr>
          <p:nvPr>
            <p:ph type="ctrTitle"/>
          </p:nvPr>
        </p:nvSpPr>
        <p:spPr/>
        <p:txBody>
          <a:bodyPr/>
          <a:lstStyle/>
          <a:p>
            <a:r>
              <a:rPr lang="nl-NL" dirty="0"/>
              <a:t>2. De industriële Revolutie in Nederland </a:t>
            </a:r>
          </a:p>
        </p:txBody>
      </p:sp>
      <p:sp>
        <p:nvSpPr>
          <p:cNvPr id="3" name="Ondertitel 2">
            <a:extLst>
              <a:ext uri="{FF2B5EF4-FFF2-40B4-BE49-F238E27FC236}">
                <a16:creationId xmlns:a16="http://schemas.microsoft.com/office/drawing/2014/main" id="{AFED35DF-77E2-AD1A-C42E-0183C6692149}"/>
              </a:ext>
            </a:extLst>
          </p:cNvPr>
          <p:cNvSpPr>
            <a:spLocks noGrp="1"/>
          </p:cNvSpPr>
          <p:nvPr>
            <p:ph type="subTitle" idx="1"/>
          </p:nvPr>
        </p:nvSpPr>
        <p:spPr/>
        <p:txBody>
          <a:bodyPr/>
          <a:lstStyle/>
          <a:p>
            <a:r>
              <a:rPr lang="nl-NL" dirty="0"/>
              <a:t>J. Boersen</a:t>
            </a:r>
          </a:p>
        </p:txBody>
      </p:sp>
    </p:spTree>
    <p:extLst>
      <p:ext uri="{BB962C8B-B14F-4D97-AF65-F5344CB8AC3E}">
        <p14:creationId xmlns:p14="http://schemas.microsoft.com/office/powerpoint/2010/main" val="1719156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F8FB6343-B161-FC09-0089-8FDFB177044D}"/>
              </a:ext>
            </a:extLst>
          </p:cNvPr>
          <p:cNvPicPr>
            <a:picLocks noChangeAspect="1"/>
          </p:cNvPicPr>
          <p:nvPr/>
        </p:nvPicPr>
        <p:blipFill>
          <a:blip r:embed="rId4"/>
          <a:srcRect r="888" b="-1"/>
          <a:stretch>
            <a:fillRect/>
          </a:stretch>
        </p:blipFill>
        <p:spPr>
          <a:xfrm>
            <a:off x="20" y="10"/>
            <a:ext cx="12191980" cy="6857990"/>
          </a:xfrm>
          <a:prstGeom prst="rect">
            <a:avLst/>
          </a:prstGeom>
        </p:spPr>
      </p:pic>
    </p:spTree>
    <p:extLst>
      <p:ext uri="{BB962C8B-B14F-4D97-AF65-F5344CB8AC3E}">
        <p14:creationId xmlns:p14="http://schemas.microsoft.com/office/powerpoint/2010/main" val="1118939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71F27E-D16E-C6CD-D9CD-C1F3594E7501}"/>
              </a:ext>
            </a:extLst>
          </p:cNvPr>
          <p:cNvSpPr>
            <a:spLocks noGrp="1"/>
          </p:cNvSpPr>
          <p:nvPr>
            <p:ph type="title"/>
          </p:nvPr>
        </p:nvSpPr>
        <p:spPr>
          <a:xfrm>
            <a:off x="246969" y="438204"/>
            <a:ext cx="8946542" cy="722939"/>
          </a:xfrm>
        </p:spPr>
        <p:txBody>
          <a:bodyPr/>
          <a:lstStyle/>
          <a:p>
            <a:r>
              <a:rPr lang="nl-NL" dirty="0"/>
              <a:t>Doelen: </a:t>
            </a:r>
          </a:p>
        </p:txBody>
      </p:sp>
      <p:sp>
        <p:nvSpPr>
          <p:cNvPr id="3" name="Tijdelijke aanduiding voor inhoud 2">
            <a:extLst>
              <a:ext uri="{FF2B5EF4-FFF2-40B4-BE49-F238E27FC236}">
                <a16:creationId xmlns:a16="http://schemas.microsoft.com/office/drawing/2014/main" id="{4A565D7C-5893-F3C9-2B1E-5DF0361D9ECA}"/>
              </a:ext>
            </a:extLst>
          </p:cNvPr>
          <p:cNvSpPr>
            <a:spLocks noGrp="1"/>
          </p:cNvSpPr>
          <p:nvPr>
            <p:ph idx="1"/>
          </p:nvPr>
        </p:nvSpPr>
        <p:spPr>
          <a:xfrm>
            <a:off x="246969" y="1331259"/>
            <a:ext cx="8946541" cy="4195481"/>
          </a:xfrm>
        </p:spPr>
        <p:txBody>
          <a:bodyPr/>
          <a:lstStyle/>
          <a:p>
            <a:r>
              <a:rPr lang="nl-NL" dirty="0"/>
              <a:t>Je kan uitleggen waarom de industrialisatie minder plaatsvond in Nederland. </a:t>
            </a:r>
          </a:p>
          <a:p>
            <a:r>
              <a:rPr lang="nl-NL" dirty="0"/>
              <a:t>Je kan uitleggen in welke sectoren van de economie er wel industrialisatie plaatsvind en waarom dit zo is. </a:t>
            </a:r>
          </a:p>
          <a:p>
            <a:endParaRPr lang="nl-NL" dirty="0"/>
          </a:p>
        </p:txBody>
      </p:sp>
    </p:spTree>
    <p:extLst>
      <p:ext uri="{BB962C8B-B14F-4D97-AF65-F5344CB8AC3E}">
        <p14:creationId xmlns:p14="http://schemas.microsoft.com/office/powerpoint/2010/main" val="1566429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54C09-B260-C415-CDF2-8654DC1788C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CE762BB-C5AD-CAFE-5B53-7D0D7825917B}"/>
              </a:ext>
            </a:extLst>
          </p:cNvPr>
          <p:cNvSpPr>
            <a:spLocks noGrp="1"/>
          </p:cNvSpPr>
          <p:nvPr>
            <p:ph type="title"/>
          </p:nvPr>
        </p:nvSpPr>
        <p:spPr>
          <a:xfrm>
            <a:off x="246969" y="438204"/>
            <a:ext cx="8946542" cy="722939"/>
          </a:xfrm>
        </p:spPr>
        <p:txBody>
          <a:bodyPr/>
          <a:lstStyle/>
          <a:p>
            <a:r>
              <a:rPr lang="nl-NL" dirty="0"/>
              <a:t>Achterstand  </a:t>
            </a:r>
          </a:p>
        </p:txBody>
      </p:sp>
      <p:sp>
        <p:nvSpPr>
          <p:cNvPr id="3" name="Tijdelijke aanduiding voor inhoud 2">
            <a:extLst>
              <a:ext uri="{FF2B5EF4-FFF2-40B4-BE49-F238E27FC236}">
                <a16:creationId xmlns:a16="http://schemas.microsoft.com/office/drawing/2014/main" id="{D836A454-C621-3193-3165-A621C807F34B}"/>
              </a:ext>
            </a:extLst>
          </p:cNvPr>
          <p:cNvSpPr>
            <a:spLocks noGrp="1"/>
          </p:cNvSpPr>
          <p:nvPr>
            <p:ph idx="1"/>
          </p:nvPr>
        </p:nvSpPr>
        <p:spPr>
          <a:xfrm>
            <a:off x="246969" y="1331259"/>
            <a:ext cx="9972796" cy="4195481"/>
          </a:xfrm>
        </p:spPr>
        <p:txBody>
          <a:bodyPr/>
          <a:lstStyle/>
          <a:p>
            <a:r>
              <a:rPr lang="nl-NL" dirty="0"/>
              <a:t>Nederland doet niet mee met de industriële revolutie.</a:t>
            </a:r>
          </a:p>
          <a:p>
            <a:r>
              <a:rPr lang="nl-NL" dirty="0"/>
              <a:t>Er moet een reden zijn voor bedrijven om te innoveren </a:t>
            </a:r>
            <a:r>
              <a:rPr lang="nl-NL" dirty="0">
                <a:sym typeface="Wingdings" pitchFamily="2" charset="2"/>
              </a:rPr>
              <a:t> die was er niet </a:t>
            </a:r>
            <a:endParaRPr lang="nl-NL" dirty="0"/>
          </a:p>
          <a:p>
            <a:r>
              <a:rPr lang="nl-NL" dirty="0"/>
              <a:t>Want: </a:t>
            </a:r>
          </a:p>
          <a:p>
            <a:pPr lvl="1"/>
            <a:r>
              <a:rPr lang="nl-NL" dirty="0"/>
              <a:t>Wij kunnen nog goed handelen, en hebben het niet nodig </a:t>
            </a:r>
          </a:p>
          <a:p>
            <a:pPr lvl="1"/>
            <a:r>
              <a:rPr lang="nl-NL" dirty="0"/>
              <a:t>Nederland is voornamelijk gericht op specialistische handel </a:t>
            </a:r>
          </a:p>
          <a:p>
            <a:pPr lvl="1"/>
            <a:r>
              <a:rPr lang="nl-NL" dirty="0"/>
              <a:t>Boter, eieren en kool</a:t>
            </a:r>
          </a:p>
          <a:p>
            <a:r>
              <a:rPr lang="nl-NL" dirty="0"/>
              <a:t>Geen enkele reden om te innoveren </a:t>
            </a:r>
          </a:p>
          <a:p>
            <a:pPr lvl="1"/>
            <a:r>
              <a:rPr lang="nl-NL" dirty="0"/>
              <a:t>Voldoende werk + inkomen voor de boeren</a:t>
            </a:r>
          </a:p>
          <a:p>
            <a:endParaRPr lang="nl-NL" dirty="0"/>
          </a:p>
        </p:txBody>
      </p:sp>
    </p:spTree>
    <p:extLst>
      <p:ext uri="{BB962C8B-B14F-4D97-AF65-F5344CB8AC3E}">
        <p14:creationId xmlns:p14="http://schemas.microsoft.com/office/powerpoint/2010/main" val="1297762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8380751D-A3E6-C05B-9550-5C83982183C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C1782F0-AC2B-932F-9100-F20DD6071551}"/>
              </a:ext>
            </a:extLst>
          </p:cNvPr>
          <p:cNvSpPr>
            <a:spLocks noGrp="1"/>
          </p:cNvSpPr>
          <p:nvPr>
            <p:ph type="title"/>
          </p:nvPr>
        </p:nvSpPr>
        <p:spPr>
          <a:xfrm>
            <a:off x="648930" y="629267"/>
            <a:ext cx="6188189" cy="742334"/>
          </a:xfrm>
        </p:spPr>
        <p:txBody>
          <a:bodyPr>
            <a:normAutofit/>
          </a:bodyPr>
          <a:lstStyle/>
          <a:p>
            <a:r>
              <a:rPr lang="nl-NL" dirty="0">
                <a:solidFill>
                  <a:srgbClr val="EBEBEB"/>
                </a:solidFill>
              </a:rPr>
              <a:t>Nijverheid </a:t>
            </a:r>
          </a:p>
        </p:txBody>
      </p:sp>
      <p:sp>
        <p:nvSpPr>
          <p:cNvPr id="3" name="Tijdelijke aanduiding voor inhoud 2">
            <a:extLst>
              <a:ext uri="{FF2B5EF4-FFF2-40B4-BE49-F238E27FC236}">
                <a16:creationId xmlns:a16="http://schemas.microsoft.com/office/drawing/2014/main" id="{348BFE4B-81F5-5C6D-A11A-D74572F8A283}"/>
              </a:ext>
            </a:extLst>
          </p:cNvPr>
          <p:cNvSpPr>
            <a:spLocks noGrp="1"/>
          </p:cNvSpPr>
          <p:nvPr>
            <p:ph idx="1"/>
          </p:nvPr>
        </p:nvSpPr>
        <p:spPr>
          <a:xfrm>
            <a:off x="648930" y="1567544"/>
            <a:ext cx="6188189" cy="4656276"/>
          </a:xfrm>
        </p:spPr>
        <p:txBody>
          <a:bodyPr>
            <a:normAutofit/>
          </a:bodyPr>
          <a:lstStyle/>
          <a:p>
            <a:r>
              <a:rPr lang="nl-NL" sz="2400" dirty="0">
                <a:solidFill>
                  <a:srgbClr val="FFFFFF"/>
                </a:solidFill>
              </a:rPr>
              <a:t>Kleinschalige hoogwaardige bedrijven </a:t>
            </a:r>
          </a:p>
          <a:p>
            <a:pPr lvl="1"/>
            <a:r>
              <a:rPr lang="nl-NL" sz="2000" dirty="0">
                <a:solidFill>
                  <a:srgbClr val="FFFFFF"/>
                </a:solidFill>
              </a:rPr>
              <a:t>Papier </a:t>
            </a:r>
          </a:p>
          <a:p>
            <a:pPr lvl="1"/>
            <a:r>
              <a:rPr lang="nl-NL" sz="2000" dirty="0">
                <a:solidFill>
                  <a:srgbClr val="FFFFFF"/>
                </a:solidFill>
              </a:rPr>
              <a:t>Stoffen</a:t>
            </a:r>
          </a:p>
          <a:p>
            <a:pPr lvl="1"/>
            <a:r>
              <a:rPr lang="nl-NL" sz="2000" dirty="0">
                <a:solidFill>
                  <a:srgbClr val="FFFFFF"/>
                </a:solidFill>
              </a:rPr>
              <a:t>Aardenwerk </a:t>
            </a:r>
          </a:p>
          <a:p>
            <a:r>
              <a:rPr lang="nl-NL" sz="2400" dirty="0">
                <a:solidFill>
                  <a:srgbClr val="FFFFFF"/>
                </a:solidFill>
              </a:rPr>
              <a:t>Maakte veel winst! </a:t>
            </a:r>
          </a:p>
          <a:p>
            <a:r>
              <a:rPr lang="nl-NL" sz="2400" dirty="0">
                <a:solidFill>
                  <a:srgbClr val="FFFFFF"/>
                </a:solidFill>
              </a:rPr>
              <a:t>Geen enkele reden om te innoveren </a:t>
            </a: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4" name="Afbeelding 3">
            <a:extLst>
              <a:ext uri="{FF2B5EF4-FFF2-40B4-BE49-F238E27FC236}">
                <a16:creationId xmlns:a16="http://schemas.microsoft.com/office/drawing/2014/main" id="{F4DBEE1E-5AEE-B184-3357-95EBAE82256B}"/>
              </a:ext>
            </a:extLst>
          </p:cNvPr>
          <p:cNvPicPr>
            <a:picLocks noChangeAspect="1"/>
          </p:cNvPicPr>
          <p:nvPr/>
        </p:nvPicPr>
        <p:blipFill>
          <a:blip r:embed="rId3"/>
          <a:srcRect l="20872" r="23583" b="1"/>
          <a:stretch>
            <a:fillRect/>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1010036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Afbeelding 3">
            <a:extLst>
              <a:ext uri="{FF2B5EF4-FFF2-40B4-BE49-F238E27FC236}">
                <a16:creationId xmlns:a16="http://schemas.microsoft.com/office/drawing/2014/main" id="{8F1C4739-CF40-0CB7-F61F-964A28E87240}"/>
              </a:ext>
            </a:extLst>
          </p:cNvPr>
          <p:cNvPicPr>
            <a:picLocks noChangeAspect="1"/>
          </p:cNvPicPr>
          <p:nvPr/>
        </p:nvPicPr>
        <p:blipFill>
          <a:blip r:embed="rId3"/>
          <a:stretch>
            <a:fillRect/>
          </a:stretch>
        </p:blipFill>
        <p:spPr>
          <a:xfrm>
            <a:off x="643467" y="1125306"/>
            <a:ext cx="10905066" cy="4607388"/>
          </a:xfrm>
          <a:prstGeom prst="rect">
            <a:avLst/>
          </a:prstGeom>
        </p:spPr>
      </p:pic>
      <p:sp>
        <p:nvSpPr>
          <p:cNvPr id="11" name="Rectangle 10">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nl-NL"/>
          </a:p>
        </p:txBody>
      </p:sp>
    </p:spTree>
    <p:extLst>
      <p:ext uri="{BB962C8B-B14F-4D97-AF65-F5344CB8AC3E}">
        <p14:creationId xmlns:p14="http://schemas.microsoft.com/office/powerpoint/2010/main" val="3143331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2250C96A-7D27-0B89-10B9-86F53A09A4F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pic>
        <p:nvPicPr>
          <p:cNvPr id="15" name="Picture 14">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nl-NL"/>
          </a:p>
        </p:txBody>
      </p:sp>
      <p:sp>
        <p:nvSpPr>
          <p:cNvPr id="21" name="Rectangle 20">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C7DB002D-E4D7-90E9-877C-C9604ED52F3B}"/>
              </a:ext>
            </a:extLst>
          </p:cNvPr>
          <p:cNvSpPr>
            <a:spLocks noGrp="1"/>
          </p:cNvSpPr>
          <p:nvPr>
            <p:ph type="title"/>
          </p:nvPr>
        </p:nvSpPr>
        <p:spPr>
          <a:xfrm>
            <a:off x="8000837" y="1325880"/>
            <a:ext cx="3543464" cy="3066507"/>
          </a:xfrm>
        </p:spPr>
        <p:txBody>
          <a:bodyPr vert="horz" lIns="91440" tIns="45720" rIns="91440" bIns="45720" rtlCol="0" anchor="b">
            <a:normAutofit/>
          </a:bodyPr>
          <a:lstStyle/>
          <a:p>
            <a:r>
              <a:rPr lang="en-US" sz="4100">
                <a:solidFill>
                  <a:srgbClr val="EBEBEB"/>
                </a:solidFill>
              </a:rPr>
              <a:t>Aanzet tot verandering! </a:t>
            </a:r>
          </a:p>
        </p:txBody>
      </p:sp>
      <p:sp>
        <p:nvSpPr>
          <p:cNvPr id="23"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6"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4" name="Tijdelijke aanduiding voor inhoud 3">
            <a:extLst>
              <a:ext uri="{FF2B5EF4-FFF2-40B4-BE49-F238E27FC236}">
                <a16:creationId xmlns:a16="http://schemas.microsoft.com/office/drawing/2014/main" id="{358BDFFA-7B76-86D8-9642-AFD4B3BA4A35}"/>
              </a:ext>
            </a:extLst>
          </p:cNvPr>
          <p:cNvPicPr>
            <a:picLocks noGrp="1" noChangeAspect="1"/>
          </p:cNvPicPr>
          <p:nvPr>
            <p:ph idx="1"/>
          </p:nvPr>
        </p:nvPicPr>
        <p:blipFill>
          <a:blip r:embed="rId7"/>
          <a:srcRect r="-2" b="12284"/>
          <a:stretch>
            <a:fillRect/>
          </a:stretch>
        </p:blipFill>
        <p:spPr>
          <a:xfrm>
            <a:off x="20" y="10"/>
            <a:ext cx="7759920" cy="6857991"/>
          </a:xfrm>
          <a:custGeom>
            <a:avLst/>
            <a:gdLst/>
            <a:ahLst/>
            <a:cxnLst/>
            <a:rect l="l" t="t" r="r" b="b"/>
            <a:pathLst>
              <a:path w="7759940" h="6858001">
                <a:moveTo>
                  <a:pt x="0" y="0"/>
                </a:moveTo>
                <a:lnTo>
                  <a:pt x="1296537" y="0"/>
                </a:lnTo>
                <a:lnTo>
                  <a:pt x="1296537" y="1"/>
                </a:lnTo>
                <a:lnTo>
                  <a:pt x="6415225" y="1"/>
                </a:lnTo>
                <a:lnTo>
                  <a:pt x="6415225" y="0"/>
                </a:lnTo>
                <a:lnTo>
                  <a:pt x="7758763" y="0"/>
                </a:lnTo>
                <a:lnTo>
                  <a:pt x="7733718" y="155677"/>
                </a:lnTo>
                <a:lnTo>
                  <a:pt x="7709849" y="310668"/>
                </a:lnTo>
                <a:lnTo>
                  <a:pt x="7686485" y="466344"/>
                </a:lnTo>
                <a:lnTo>
                  <a:pt x="7666482" y="622707"/>
                </a:lnTo>
                <a:lnTo>
                  <a:pt x="7646311" y="778383"/>
                </a:lnTo>
                <a:lnTo>
                  <a:pt x="7627485" y="934746"/>
                </a:lnTo>
                <a:lnTo>
                  <a:pt x="7611349" y="1089051"/>
                </a:lnTo>
                <a:lnTo>
                  <a:pt x="7596053" y="1245413"/>
                </a:lnTo>
                <a:lnTo>
                  <a:pt x="7582101" y="1401090"/>
                </a:lnTo>
                <a:lnTo>
                  <a:pt x="7569999" y="1554023"/>
                </a:lnTo>
                <a:lnTo>
                  <a:pt x="7557896" y="1709014"/>
                </a:lnTo>
                <a:lnTo>
                  <a:pt x="7547811" y="1861947"/>
                </a:lnTo>
                <a:lnTo>
                  <a:pt x="7539911" y="2014881"/>
                </a:lnTo>
                <a:lnTo>
                  <a:pt x="7531674" y="2167128"/>
                </a:lnTo>
                <a:lnTo>
                  <a:pt x="7524783" y="2318004"/>
                </a:lnTo>
                <a:lnTo>
                  <a:pt x="7519908" y="2467509"/>
                </a:lnTo>
                <a:lnTo>
                  <a:pt x="7515706" y="2617013"/>
                </a:lnTo>
                <a:lnTo>
                  <a:pt x="7511672" y="2765146"/>
                </a:lnTo>
                <a:lnTo>
                  <a:pt x="7509823" y="2911221"/>
                </a:lnTo>
                <a:lnTo>
                  <a:pt x="7507806" y="3057297"/>
                </a:lnTo>
                <a:lnTo>
                  <a:pt x="7506797" y="3201315"/>
                </a:lnTo>
                <a:lnTo>
                  <a:pt x="7507806" y="3343961"/>
                </a:lnTo>
                <a:lnTo>
                  <a:pt x="7507806" y="3485236"/>
                </a:lnTo>
                <a:lnTo>
                  <a:pt x="7509823" y="3625139"/>
                </a:lnTo>
                <a:lnTo>
                  <a:pt x="7512848" y="3762299"/>
                </a:lnTo>
                <a:lnTo>
                  <a:pt x="7515706" y="3898087"/>
                </a:lnTo>
                <a:lnTo>
                  <a:pt x="7518900" y="4031133"/>
                </a:lnTo>
                <a:lnTo>
                  <a:pt x="7523774" y="4163492"/>
                </a:lnTo>
                <a:lnTo>
                  <a:pt x="7528985" y="4293793"/>
                </a:lnTo>
                <a:lnTo>
                  <a:pt x="7533691" y="4421352"/>
                </a:lnTo>
                <a:lnTo>
                  <a:pt x="7546971" y="4670298"/>
                </a:lnTo>
                <a:lnTo>
                  <a:pt x="7561090" y="4908956"/>
                </a:lnTo>
                <a:lnTo>
                  <a:pt x="7575882" y="5138013"/>
                </a:lnTo>
                <a:lnTo>
                  <a:pt x="7592187" y="5354726"/>
                </a:lnTo>
                <a:lnTo>
                  <a:pt x="7609164" y="5561838"/>
                </a:lnTo>
                <a:lnTo>
                  <a:pt x="7627485" y="5753862"/>
                </a:lnTo>
                <a:lnTo>
                  <a:pt x="7645471" y="5934227"/>
                </a:lnTo>
                <a:lnTo>
                  <a:pt x="7663456" y="6100191"/>
                </a:lnTo>
                <a:lnTo>
                  <a:pt x="7680433" y="6252438"/>
                </a:lnTo>
                <a:lnTo>
                  <a:pt x="7696570" y="6387541"/>
                </a:lnTo>
                <a:lnTo>
                  <a:pt x="7711866" y="6509613"/>
                </a:lnTo>
                <a:lnTo>
                  <a:pt x="7724641" y="6612483"/>
                </a:lnTo>
                <a:lnTo>
                  <a:pt x="7736743" y="6698894"/>
                </a:lnTo>
                <a:lnTo>
                  <a:pt x="7754057" y="6817538"/>
                </a:lnTo>
                <a:lnTo>
                  <a:pt x="7759940" y="6858000"/>
                </a:lnTo>
                <a:lnTo>
                  <a:pt x="6854586" y="6858000"/>
                </a:lnTo>
                <a:lnTo>
                  <a:pt x="6854586" y="6858001"/>
                </a:lnTo>
                <a:lnTo>
                  <a:pt x="764022" y="6858001"/>
                </a:lnTo>
                <a:lnTo>
                  <a:pt x="764022" y="6858000"/>
                </a:lnTo>
                <a:lnTo>
                  <a:pt x="0" y="6858000"/>
                </a:lnTo>
                <a:close/>
              </a:path>
            </a:pathLst>
          </a:custGeom>
        </p:spPr>
      </p:pic>
      <p:sp>
        <p:nvSpPr>
          <p:cNvPr id="25" name="Rectangle 24">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nl-NL"/>
          </a:p>
        </p:txBody>
      </p:sp>
    </p:spTree>
    <p:extLst>
      <p:ext uri="{BB962C8B-B14F-4D97-AF65-F5344CB8AC3E}">
        <p14:creationId xmlns:p14="http://schemas.microsoft.com/office/powerpoint/2010/main" val="1959004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DCAAFC9E-CB2A-D54F-E893-ADF89AB7F4F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0F86474-150B-1757-12A5-B5FF15E61D2E}"/>
              </a:ext>
            </a:extLst>
          </p:cNvPr>
          <p:cNvSpPr>
            <a:spLocks noGrp="1"/>
          </p:cNvSpPr>
          <p:nvPr>
            <p:ph type="title"/>
          </p:nvPr>
        </p:nvSpPr>
        <p:spPr>
          <a:xfrm>
            <a:off x="138111" y="173709"/>
            <a:ext cx="4795209" cy="870856"/>
          </a:xfrm>
        </p:spPr>
        <p:txBody>
          <a:bodyPr>
            <a:normAutofit/>
          </a:bodyPr>
          <a:lstStyle/>
          <a:p>
            <a:r>
              <a:rPr lang="nl-NL" dirty="0"/>
              <a:t> veranderingen </a:t>
            </a:r>
          </a:p>
        </p:txBody>
      </p:sp>
      <p:pic>
        <p:nvPicPr>
          <p:cNvPr id="6" name="Afbeelding 5">
            <a:extLst>
              <a:ext uri="{FF2B5EF4-FFF2-40B4-BE49-F238E27FC236}">
                <a16:creationId xmlns:a16="http://schemas.microsoft.com/office/drawing/2014/main" id="{8D011F16-6FF3-35C8-0CFE-B59637C3882F}"/>
              </a:ext>
            </a:extLst>
          </p:cNvPr>
          <p:cNvPicPr>
            <a:picLocks noChangeAspect="1"/>
          </p:cNvPicPr>
          <p:nvPr/>
        </p:nvPicPr>
        <p:blipFill>
          <a:blip r:embed="rId3"/>
          <a:srcRect t="25120" r="2" b="23867"/>
          <a:stretch>
            <a:fillRect/>
          </a:stretch>
        </p:blipFill>
        <p:spPr>
          <a:xfrm>
            <a:off x="6094412" y="609137"/>
            <a:ext cx="5449888" cy="2766290"/>
          </a:xfrm>
          <a:prstGeom prst="rect">
            <a:avLst/>
          </a:prstGeom>
          <a:effectLst>
            <a:outerShdw blurRad="50800" dist="38100" dir="5400000" algn="t" rotWithShape="0">
              <a:prstClr val="black">
                <a:alpha val="43000"/>
              </a:prstClr>
            </a:outerShdw>
          </a:effectLst>
        </p:spPr>
      </p:pic>
      <p:sp>
        <p:nvSpPr>
          <p:cNvPr id="16" name="Rectangle 15">
            <a:extLst>
              <a:ext uri="{FF2B5EF4-FFF2-40B4-BE49-F238E27FC236}">
                <a16:creationId xmlns:a16="http://schemas.microsoft.com/office/drawing/2014/main" id="{AC546BE4-C7A3-4A47-9FA5-0866D5E656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nl-NL"/>
          </a:p>
        </p:txBody>
      </p:sp>
      <p:sp>
        <p:nvSpPr>
          <p:cNvPr id="3" name="Tijdelijke aanduiding voor inhoud 2">
            <a:extLst>
              <a:ext uri="{FF2B5EF4-FFF2-40B4-BE49-F238E27FC236}">
                <a16:creationId xmlns:a16="http://schemas.microsoft.com/office/drawing/2014/main" id="{762E1E3D-D4B1-0233-A3E1-27F0C6809589}"/>
              </a:ext>
            </a:extLst>
          </p:cNvPr>
          <p:cNvSpPr>
            <a:spLocks noGrp="1"/>
          </p:cNvSpPr>
          <p:nvPr>
            <p:ph idx="1"/>
          </p:nvPr>
        </p:nvSpPr>
        <p:spPr>
          <a:xfrm>
            <a:off x="275771" y="1044566"/>
            <a:ext cx="5165549" cy="5203834"/>
          </a:xfrm>
        </p:spPr>
        <p:txBody>
          <a:bodyPr>
            <a:normAutofit/>
          </a:bodyPr>
          <a:lstStyle/>
          <a:p>
            <a:pPr>
              <a:lnSpc>
                <a:spcPct val="90000"/>
              </a:lnSpc>
            </a:pPr>
            <a:r>
              <a:rPr lang="nl-NL" dirty="0"/>
              <a:t>Leer- en schoenenindustrie </a:t>
            </a:r>
          </a:p>
          <a:p>
            <a:pPr lvl="1">
              <a:lnSpc>
                <a:spcPct val="90000"/>
              </a:lnSpc>
            </a:pPr>
            <a:r>
              <a:rPr lang="nl-NL" sz="2000" dirty="0"/>
              <a:t>Machine die ervoor zorgt dat het sneller en goedkoper kan</a:t>
            </a:r>
          </a:p>
          <a:p>
            <a:pPr marL="457200" lvl="1" indent="0">
              <a:lnSpc>
                <a:spcPct val="90000"/>
              </a:lnSpc>
              <a:buNone/>
            </a:pPr>
            <a:endParaRPr lang="nl-NL" sz="2000" dirty="0"/>
          </a:p>
          <a:p>
            <a:pPr>
              <a:lnSpc>
                <a:spcPct val="90000"/>
              </a:lnSpc>
            </a:pPr>
            <a:r>
              <a:rPr lang="nl-NL" dirty="0"/>
              <a:t>Katoen en wol industrie </a:t>
            </a:r>
          </a:p>
          <a:p>
            <a:pPr lvl="1">
              <a:lnSpc>
                <a:spcPct val="90000"/>
              </a:lnSpc>
            </a:pPr>
            <a:r>
              <a:rPr lang="nl-NL" sz="2000" dirty="0"/>
              <a:t>Lagere kostprijs</a:t>
            </a:r>
          </a:p>
          <a:p>
            <a:pPr lvl="1">
              <a:lnSpc>
                <a:spcPct val="90000"/>
              </a:lnSpc>
            </a:pPr>
            <a:r>
              <a:rPr lang="nl-NL" sz="2000" dirty="0"/>
              <a:t>Hogere arbeidsproductiviteit </a:t>
            </a:r>
          </a:p>
          <a:p>
            <a:pPr>
              <a:lnSpc>
                <a:spcPct val="90000"/>
              </a:lnSpc>
            </a:pPr>
            <a:endParaRPr lang="nl-NL" dirty="0"/>
          </a:p>
          <a:p>
            <a:pPr>
              <a:lnSpc>
                <a:spcPct val="90000"/>
              </a:lnSpc>
            </a:pPr>
            <a:r>
              <a:rPr lang="nl-NL" dirty="0"/>
              <a:t>Uitzondering = ontstaan grotere bedrijven </a:t>
            </a:r>
          </a:p>
          <a:p>
            <a:pPr lvl="1">
              <a:lnSpc>
                <a:spcPct val="90000"/>
              </a:lnSpc>
            </a:pPr>
            <a:r>
              <a:rPr lang="nl-NL" sz="2000" dirty="0"/>
              <a:t>Unilever (margarine)</a:t>
            </a:r>
          </a:p>
          <a:p>
            <a:pPr lvl="1">
              <a:lnSpc>
                <a:spcPct val="90000"/>
              </a:lnSpc>
            </a:pPr>
            <a:r>
              <a:rPr lang="nl-NL" sz="2000" dirty="0"/>
              <a:t>Shell  (olie) </a:t>
            </a:r>
          </a:p>
          <a:p>
            <a:pPr lvl="1">
              <a:lnSpc>
                <a:spcPct val="90000"/>
              </a:lnSpc>
            </a:pPr>
            <a:r>
              <a:rPr lang="nl-NL" sz="2000" dirty="0"/>
              <a:t>Philips (lampen)</a:t>
            </a:r>
          </a:p>
        </p:txBody>
      </p:sp>
      <p:pic>
        <p:nvPicPr>
          <p:cNvPr id="7" name="Afbeelding 6">
            <a:extLst>
              <a:ext uri="{FF2B5EF4-FFF2-40B4-BE49-F238E27FC236}">
                <a16:creationId xmlns:a16="http://schemas.microsoft.com/office/drawing/2014/main" id="{03B2B198-AEB3-7C20-95A8-65EE6D03B50E}"/>
              </a:ext>
            </a:extLst>
          </p:cNvPr>
          <p:cNvPicPr>
            <a:picLocks noChangeAspect="1"/>
          </p:cNvPicPr>
          <p:nvPr/>
        </p:nvPicPr>
        <p:blipFill>
          <a:blip r:embed="rId4"/>
          <a:srcRect t="6798" r="2" b="27068"/>
          <a:stretch>
            <a:fillRect/>
          </a:stretch>
        </p:blipFill>
        <p:spPr>
          <a:xfrm>
            <a:off x="6094412" y="3482108"/>
            <a:ext cx="5449888" cy="2766290"/>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604980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3" name="Picture 8">
            <a:extLst>
              <a:ext uri="{FF2B5EF4-FFF2-40B4-BE49-F238E27FC236}">
                <a16:creationId xmlns:a16="http://schemas.microsoft.com/office/drawing/2014/main" id="{5B89E5C5-A037-45B3-9D37-3658914D479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4" name="Picture 10">
            <a:extLst>
              <a:ext uri="{FF2B5EF4-FFF2-40B4-BE49-F238E27FC236}">
                <a16:creationId xmlns:a16="http://schemas.microsoft.com/office/drawing/2014/main" id="{5ACB93B0-521E-443D-9750-AFCFDDB3E8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5" name="Oval 12">
            <a:extLst>
              <a:ext uri="{FF2B5EF4-FFF2-40B4-BE49-F238E27FC236}">
                <a16:creationId xmlns:a16="http://schemas.microsoft.com/office/drawing/2014/main" id="{DA1DAC79-DDBA-4382-9D43-6E5F685BE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5878"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pic>
        <p:nvPicPr>
          <p:cNvPr id="26" name="Picture 14">
            <a:extLst>
              <a:ext uri="{FF2B5EF4-FFF2-40B4-BE49-F238E27FC236}">
                <a16:creationId xmlns:a16="http://schemas.microsoft.com/office/drawing/2014/main" id="{E0880F10-995F-4F01-A83B-7ECDB7BE79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7" name="Picture 16">
            <a:extLst>
              <a:ext uri="{FF2B5EF4-FFF2-40B4-BE49-F238E27FC236}">
                <a16:creationId xmlns:a16="http://schemas.microsoft.com/office/drawing/2014/main" id="{A2D49266-1F08-40F2-B0E1-1D919DCB57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8" name="Rectangle 18">
            <a:extLst>
              <a:ext uri="{FF2B5EF4-FFF2-40B4-BE49-F238E27FC236}">
                <a16:creationId xmlns:a16="http://schemas.microsoft.com/office/drawing/2014/main" id="{6AACA73D-178F-4CFC-99E3-9F4FCBBDBA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nl-NL"/>
          </a:p>
        </p:txBody>
      </p:sp>
      <p:pic>
        <p:nvPicPr>
          <p:cNvPr id="4" name="Tijdelijke aanduiding voor inhoud 3">
            <a:extLst>
              <a:ext uri="{FF2B5EF4-FFF2-40B4-BE49-F238E27FC236}">
                <a16:creationId xmlns:a16="http://schemas.microsoft.com/office/drawing/2014/main" id="{F5A6E4FB-E75B-561B-9ED3-ADF279CCB084}"/>
              </a:ext>
            </a:extLst>
          </p:cNvPr>
          <p:cNvPicPr>
            <a:picLocks noGrp="1" noChangeAspect="1"/>
          </p:cNvPicPr>
          <p:nvPr>
            <p:ph idx="1"/>
          </p:nvPr>
        </p:nvPicPr>
        <p:blipFill>
          <a:blip r:embed="rId7"/>
          <a:srcRect l="889" r="-1" b="-1"/>
          <a:stretch>
            <a:fillRect/>
          </a:stretch>
        </p:blipFill>
        <p:spPr>
          <a:xfrm>
            <a:off x="20" y="10"/>
            <a:ext cx="12191980" cy="6857990"/>
          </a:xfrm>
          <a:prstGeom prst="rect">
            <a:avLst/>
          </a:prstGeom>
        </p:spPr>
      </p:pic>
    </p:spTree>
    <p:extLst>
      <p:ext uri="{BB962C8B-B14F-4D97-AF65-F5344CB8AC3E}">
        <p14:creationId xmlns:p14="http://schemas.microsoft.com/office/powerpoint/2010/main" val="17524643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33</TotalTime>
  <Words>499</Words>
  <Application>Microsoft Macintosh PowerPoint</Application>
  <PresentationFormat>Breedbeeld</PresentationFormat>
  <Paragraphs>44</Paragraphs>
  <Slides>9</Slides>
  <Notes>1</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9</vt:i4>
      </vt:variant>
    </vt:vector>
  </HeadingPairs>
  <TitlesOfParts>
    <vt:vector size="14" baseType="lpstr">
      <vt:lpstr>Aptos</vt:lpstr>
      <vt:lpstr>Century Gothic</vt:lpstr>
      <vt:lpstr>Wingdings</vt:lpstr>
      <vt:lpstr>Wingdings 3</vt:lpstr>
      <vt:lpstr>Ion</vt:lpstr>
      <vt:lpstr>2. De industriële Revolutie in Nederland </vt:lpstr>
      <vt:lpstr>PowerPoint-presentatie</vt:lpstr>
      <vt:lpstr>Doelen: </vt:lpstr>
      <vt:lpstr>Achterstand  </vt:lpstr>
      <vt:lpstr>Nijverheid </vt:lpstr>
      <vt:lpstr>PowerPoint-presentatie</vt:lpstr>
      <vt:lpstr>Aanzet tot verandering! </vt:lpstr>
      <vt:lpstr> veranderingen </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Boersen, J.</dc:creator>
  <cp:lastModifiedBy>Boersen, J.</cp:lastModifiedBy>
  <cp:revision>1</cp:revision>
  <dcterms:created xsi:type="dcterms:W3CDTF">2026-08-18T18:16:36Z</dcterms:created>
  <dcterms:modified xsi:type="dcterms:W3CDTF">2026-08-18T19:23:45Z</dcterms:modified>
</cp:coreProperties>
</file>