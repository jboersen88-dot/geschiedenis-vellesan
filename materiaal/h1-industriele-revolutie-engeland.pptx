
<file path=[Content_Types].xml><?xml version="1.0" encoding="utf-8"?>
<Types xmlns="http://schemas.openxmlformats.org/package/2006/content-types">
  <Default Extension="jpg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75" r:id="rId4"/>
    <p:sldId id="258" r:id="rId5"/>
    <p:sldId id="259" r:id="rId6"/>
    <p:sldId id="261" r:id="rId7"/>
    <p:sldId id="267" r:id="rId8"/>
    <p:sldId id="269" r:id="rId9"/>
    <p:sldId id="262" r:id="rId10"/>
    <p:sldId id="271" r:id="rId11"/>
    <p:sldId id="274" r:id="rId12"/>
    <p:sldId id="272" r:id="rId13"/>
    <p:sldId id="263" r:id="rId14"/>
    <p:sldId id="277" r:id="rId15"/>
    <p:sldId id="284" r:id="rId16"/>
    <p:sldId id="283" r:id="rId17"/>
    <p:sldId id="280" r:id="rId18"/>
    <p:sldId id="278" r:id="rId19"/>
    <p:sldId id="276" r:id="rId20"/>
    <p:sldId id="281" r:id="rId21"/>
    <p:sldId id="28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480C4F-F273-D24A-A6DB-C35F7B9C22A0}" v="53" dt="2026-08-19T07:36:51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82"/>
  </p:normalViewPr>
  <p:slideViewPr>
    <p:cSldViewPr snapToGrid="0">
      <p:cViewPr>
        <p:scale>
          <a:sx n="79" d="100"/>
          <a:sy n="79" d="100"/>
        </p:scale>
        <p:origin x="1760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ersen, J." userId="ef861617-4683-4769-89bf-8b2c6af074b4" providerId="ADAL" clId="{0D538EBC-C156-5F4A-A875-1B390F92FCF1}"/>
    <pc:docChg chg="undo custSel addSld delSld modSld sldOrd">
      <pc:chgData name="Boersen, J." userId="ef861617-4683-4769-89bf-8b2c6af074b4" providerId="ADAL" clId="{0D538EBC-C156-5F4A-A875-1B390F92FCF1}" dt="2026-08-19T07:37:24.271" v="2009" actId="2696"/>
      <pc:docMkLst>
        <pc:docMk/>
      </pc:docMkLst>
      <pc:sldChg chg="modSp mod">
        <pc:chgData name="Boersen, J." userId="ef861617-4683-4769-89bf-8b2c6af074b4" providerId="ADAL" clId="{0D538EBC-C156-5F4A-A875-1B390F92FCF1}" dt="2026-08-19T07:31:23.481" v="1870" actId="1076"/>
        <pc:sldMkLst>
          <pc:docMk/>
          <pc:sldMk cId="3472504004" sldId="256"/>
        </pc:sldMkLst>
        <pc:spChg chg="mod">
          <ac:chgData name="Boersen, J." userId="ef861617-4683-4769-89bf-8b2c6af074b4" providerId="ADAL" clId="{0D538EBC-C156-5F4A-A875-1B390F92FCF1}" dt="2026-08-19T07:31:20.145" v="1869" actId="14100"/>
          <ac:spMkLst>
            <pc:docMk/>
            <pc:sldMk cId="3472504004" sldId="256"/>
            <ac:spMk id="2" creationId="{89C18364-4297-FEA6-0D46-077FF70A73B7}"/>
          </ac:spMkLst>
        </pc:spChg>
        <pc:spChg chg="mod">
          <ac:chgData name="Boersen, J." userId="ef861617-4683-4769-89bf-8b2c6af074b4" providerId="ADAL" clId="{0D538EBC-C156-5F4A-A875-1B390F92FCF1}" dt="2026-08-19T07:31:23.481" v="1870" actId="1076"/>
          <ac:spMkLst>
            <pc:docMk/>
            <pc:sldMk cId="3472504004" sldId="256"/>
            <ac:spMk id="3" creationId="{8672D6B0-A5BC-9C29-ADCB-C046C0E144C1}"/>
          </ac:spMkLst>
        </pc:spChg>
      </pc:sldChg>
      <pc:sldChg chg="modSp mod">
        <pc:chgData name="Boersen, J." userId="ef861617-4683-4769-89bf-8b2c6af074b4" providerId="ADAL" clId="{0D538EBC-C156-5F4A-A875-1B390F92FCF1}" dt="2026-08-17T18:59:31.565" v="423" actId="15"/>
        <pc:sldMkLst>
          <pc:docMk/>
          <pc:sldMk cId="2928122736" sldId="257"/>
        </pc:sldMkLst>
        <pc:spChg chg="mod">
          <ac:chgData name="Boersen, J." userId="ef861617-4683-4769-89bf-8b2c6af074b4" providerId="ADAL" clId="{0D538EBC-C156-5F4A-A875-1B390F92FCF1}" dt="2026-08-17T18:59:31.565" v="423" actId="15"/>
          <ac:spMkLst>
            <pc:docMk/>
            <pc:sldMk cId="2928122736" sldId="257"/>
            <ac:spMk id="3" creationId="{6DB28EEA-9275-D290-3D25-FB34644FBBEC}"/>
          </ac:spMkLst>
        </pc:spChg>
      </pc:sldChg>
      <pc:sldChg chg="modSp mod">
        <pc:chgData name="Boersen, J." userId="ef861617-4683-4769-89bf-8b2c6af074b4" providerId="ADAL" clId="{0D538EBC-C156-5F4A-A875-1B390F92FCF1}" dt="2026-08-17T19:00:48.083" v="481" actId="20577"/>
        <pc:sldMkLst>
          <pc:docMk/>
          <pc:sldMk cId="2344314400" sldId="259"/>
        </pc:sldMkLst>
        <pc:spChg chg="mod">
          <ac:chgData name="Boersen, J." userId="ef861617-4683-4769-89bf-8b2c6af074b4" providerId="ADAL" clId="{0D538EBC-C156-5F4A-A875-1B390F92FCF1}" dt="2026-08-17T19:00:48.083" v="481" actId="20577"/>
          <ac:spMkLst>
            <pc:docMk/>
            <pc:sldMk cId="2344314400" sldId="259"/>
            <ac:spMk id="3" creationId="{EAD4A841-C74C-09BA-480A-5AD60AA76172}"/>
          </ac:spMkLst>
        </pc:spChg>
      </pc:sldChg>
      <pc:sldChg chg="addSp delSp modSp mod ord">
        <pc:chgData name="Boersen, J." userId="ef861617-4683-4769-89bf-8b2c6af074b4" providerId="ADAL" clId="{0D538EBC-C156-5F4A-A875-1B390F92FCF1}" dt="2026-08-17T19:03:02.988" v="606" actId="20577"/>
        <pc:sldMkLst>
          <pc:docMk/>
          <pc:sldMk cId="65705520" sldId="261"/>
        </pc:sldMkLst>
        <pc:spChg chg="mod">
          <ac:chgData name="Boersen, J." userId="ef861617-4683-4769-89bf-8b2c6af074b4" providerId="ADAL" clId="{0D538EBC-C156-5F4A-A875-1B390F92FCF1}" dt="2026-08-17T19:02:44.513" v="580" actId="1076"/>
          <ac:spMkLst>
            <pc:docMk/>
            <pc:sldMk cId="65705520" sldId="261"/>
            <ac:spMk id="2" creationId="{123650A1-5FA2-9331-12A4-B7D4A1C85ECA}"/>
          </ac:spMkLst>
        </pc:spChg>
        <pc:spChg chg="mod">
          <ac:chgData name="Boersen, J." userId="ef861617-4683-4769-89bf-8b2c6af074b4" providerId="ADAL" clId="{0D538EBC-C156-5F4A-A875-1B390F92FCF1}" dt="2026-08-17T19:03:02.988" v="606" actId="20577"/>
          <ac:spMkLst>
            <pc:docMk/>
            <pc:sldMk cId="65705520" sldId="261"/>
            <ac:spMk id="3" creationId="{33555F5A-B0DC-0BC9-73E7-7FD5BAF00112}"/>
          </ac:spMkLst>
        </pc:spChg>
        <pc:picChg chg="add mod">
          <ac:chgData name="Boersen, J." userId="ef861617-4683-4769-89bf-8b2c6af074b4" providerId="ADAL" clId="{0D538EBC-C156-5F4A-A875-1B390F92FCF1}" dt="2026-08-17T19:02:41.048" v="579" actId="1076"/>
          <ac:picMkLst>
            <pc:docMk/>
            <pc:sldMk cId="65705520" sldId="261"/>
            <ac:picMk id="6" creationId="{56FF2A8C-58E2-B14A-BE85-6C4C20CB6E45}"/>
          </ac:picMkLst>
        </pc:picChg>
      </pc:sldChg>
      <pc:sldChg chg="addSp delSp modSp mod ord">
        <pc:chgData name="Boersen, J." userId="ef861617-4683-4769-89bf-8b2c6af074b4" providerId="ADAL" clId="{0D538EBC-C156-5F4A-A875-1B390F92FCF1}" dt="2026-08-18T14:05:25.805" v="1053" actId="20577"/>
        <pc:sldMkLst>
          <pc:docMk/>
          <pc:sldMk cId="3862981267" sldId="262"/>
        </pc:sldMkLst>
        <pc:spChg chg="mod">
          <ac:chgData name="Boersen, J." userId="ef861617-4683-4769-89bf-8b2c6af074b4" providerId="ADAL" clId="{0D538EBC-C156-5F4A-A875-1B390F92FCF1}" dt="2026-08-18T13:59:40.385" v="782" actId="20577"/>
          <ac:spMkLst>
            <pc:docMk/>
            <pc:sldMk cId="3862981267" sldId="262"/>
            <ac:spMk id="2" creationId="{9E0CF744-68E2-6B23-8AB3-E69A8AA141DC}"/>
          </ac:spMkLst>
        </pc:spChg>
        <pc:spChg chg="mod">
          <ac:chgData name="Boersen, J." userId="ef861617-4683-4769-89bf-8b2c6af074b4" providerId="ADAL" clId="{0D538EBC-C156-5F4A-A875-1B390F92FCF1}" dt="2026-08-18T14:05:25.805" v="1053" actId="20577"/>
          <ac:spMkLst>
            <pc:docMk/>
            <pc:sldMk cId="3862981267" sldId="262"/>
            <ac:spMk id="3" creationId="{D35526E8-B8D3-8694-0705-E62635F11EE9}"/>
          </ac:spMkLst>
        </pc:spChg>
        <pc:spChg chg="add mod">
          <ac:chgData name="Boersen, J." userId="ef861617-4683-4769-89bf-8b2c6af074b4" providerId="ADAL" clId="{0D538EBC-C156-5F4A-A875-1B390F92FCF1}" dt="2026-08-18T14:04:09.983" v="837" actId="1076"/>
          <ac:spMkLst>
            <pc:docMk/>
            <pc:sldMk cId="3862981267" sldId="262"/>
            <ac:spMk id="9" creationId="{11353D0F-19C6-F0E9-9007-005663BCDC24}"/>
          </ac:spMkLst>
        </pc:spChg>
        <pc:picChg chg="add del">
          <ac:chgData name="Boersen, J." userId="ef861617-4683-4769-89bf-8b2c6af074b4" providerId="ADAL" clId="{0D538EBC-C156-5F4A-A875-1B390F92FCF1}" dt="2026-08-18T14:02:37.726" v="820" actId="22"/>
          <ac:picMkLst>
            <pc:docMk/>
            <pc:sldMk cId="3862981267" sldId="262"/>
            <ac:picMk id="4" creationId="{0D5D99A2-42E4-BB2C-F2A3-CFD0C3D69935}"/>
          </ac:picMkLst>
        </pc:picChg>
        <pc:picChg chg="add del">
          <ac:chgData name="Boersen, J." userId="ef861617-4683-4769-89bf-8b2c6af074b4" providerId="ADAL" clId="{0D538EBC-C156-5F4A-A875-1B390F92FCF1}" dt="2026-08-18T14:02:40.650" v="823" actId="478"/>
          <ac:picMkLst>
            <pc:docMk/>
            <pc:sldMk cId="3862981267" sldId="262"/>
            <ac:picMk id="5" creationId="{9908A4C2-C1CA-D84F-0D4A-70C700474204}"/>
          </ac:picMkLst>
        </pc:picChg>
        <pc:picChg chg="add del">
          <ac:chgData name="Boersen, J." userId="ef861617-4683-4769-89bf-8b2c6af074b4" providerId="ADAL" clId="{0D538EBC-C156-5F4A-A875-1B390F92FCF1}" dt="2026-08-18T14:02:51.632" v="826" actId="478"/>
          <ac:picMkLst>
            <pc:docMk/>
            <pc:sldMk cId="3862981267" sldId="262"/>
            <ac:picMk id="6" creationId="{170C394E-22F6-A4A2-97D2-7DC455A88700}"/>
          </ac:picMkLst>
        </pc:picChg>
        <pc:picChg chg="add mod">
          <ac:chgData name="Boersen, J." userId="ef861617-4683-4769-89bf-8b2c6af074b4" providerId="ADAL" clId="{0D538EBC-C156-5F4A-A875-1B390F92FCF1}" dt="2026-08-18T14:04:06.646" v="836" actId="1076"/>
          <ac:picMkLst>
            <pc:docMk/>
            <pc:sldMk cId="3862981267" sldId="262"/>
            <ac:picMk id="7" creationId="{48CCF9A3-3D65-DAAF-4866-D1F91E2545B8}"/>
          </ac:picMkLst>
        </pc:picChg>
        <pc:picChg chg="add mod">
          <ac:chgData name="Boersen, J." userId="ef861617-4683-4769-89bf-8b2c6af074b4" providerId="ADAL" clId="{0D538EBC-C156-5F4A-A875-1B390F92FCF1}" dt="2026-08-18T14:03:56.531" v="833" actId="14100"/>
          <ac:picMkLst>
            <pc:docMk/>
            <pc:sldMk cId="3862981267" sldId="262"/>
            <ac:picMk id="8" creationId="{ED7495DF-8ADB-7E56-91A1-B528B8DA2DF9}"/>
          </ac:picMkLst>
        </pc:picChg>
      </pc:sldChg>
      <pc:sldChg chg="modSp mod">
        <pc:chgData name="Boersen, J." userId="ef861617-4683-4769-89bf-8b2c6af074b4" providerId="ADAL" clId="{0D538EBC-C156-5F4A-A875-1B390F92FCF1}" dt="2026-08-19T07:32:36.811" v="1892" actId="20577"/>
        <pc:sldMkLst>
          <pc:docMk/>
          <pc:sldMk cId="1569657485" sldId="263"/>
        </pc:sldMkLst>
        <pc:spChg chg="mod">
          <ac:chgData name="Boersen, J." userId="ef861617-4683-4769-89bf-8b2c6af074b4" providerId="ADAL" clId="{0D538EBC-C156-5F4A-A875-1B390F92FCF1}" dt="2026-08-19T07:32:36.811" v="1892" actId="20577"/>
          <ac:spMkLst>
            <pc:docMk/>
            <pc:sldMk cId="1569657485" sldId="263"/>
            <ac:spMk id="3" creationId="{542F5B6F-EE2B-B617-C65D-D7A7B432AB41}"/>
          </ac:spMkLst>
        </pc:spChg>
      </pc:sldChg>
      <pc:sldChg chg="modSp del mod">
        <pc:chgData name="Boersen, J." userId="ef861617-4683-4769-89bf-8b2c6af074b4" providerId="ADAL" clId="{0D538EBC-C156-5F4A-A875-1B390F92FCF1}" dt="2026-08-18T14:23:21.604" v="1854" actId="2696"/>
        <pc:sldMkLst>
          <pc:docMk/>
          <pc:sldMk cId="2382711656" sldId="264"/>
        </pc:sldMkLst>
        <pc:spChg chg="mod">
          <ac:chgData name="Boersen, J." userId="ef861617-4683-4769-89bf-8b2c6af074b4" providerId="ADAL" clId="{0D538EBC-C156-5F4A-A875-1B390F92FCF1}" dt="2026-08-18T14:18:35.534" v="1843" actId="20577"/>
          <ac:spMkLst>
            <pc:docMk/>
            <pc:sldMk cId="2382711656" sldId="264"/>
            <ac:spMk id="3" creationId="{0F4479C2-56A3-C460-60A9-9F5DDEE7E662}"/>
          </ac:spMkLst>
        </pc:spChg>
      </pc:sldChg>
      <pc:sldChg chg="addSp delSp modSp del modAnim">
        <pc:chgData name="Boersen, J." userId="ef861617-4683-4769-89bf-8b2c6af074b4" providerId="ADAL" clId="{0D538EBC-C156-5F4A-A875-1B390F92FCF1}" dt="2026-08-19T07:36:26.394" v="1982" actId="2696"/>
        <pc:sldMkLst>
          <pc:docMk/>
          <pc:sldMk cId="2873649449" sldId="265"/>
        </pc:sldMkLst>
        <pc:picChg chg="add mod">
          <ac:chgData name="Boersen, J." userId="ef861617-4683-4769-89bf-8b2c6af074b4" providerId="ADAL" clId="{0D538EBC-C156-5F4A-A875-1B390F92FCF1}" dt="2026-08-18T14:19:47.869" v="1844"/>
          <ac:picMkLst>
            <pc:docMk/>
            <pc:sldMk cId="2873649449" sldId="265"/>
            <ac:picMk id="4" creationId="{6A6B2CCD-1C49-C094-9DDE-A369E670D81B}"/>
          </ac:picMkLst>
        </pc:picChg>
        <pc:picChg chg="add del mod">
          <ac:chgData name="Boersen, J." userId="ef861617-4683-4769-89bf-8b2c6af074b4" providerId="ADAL" clId="{0D538EBC-C156-5F4A-A875-1B390F92FCF1}" dt="2026-08-19T07:36:07.092" v="1978" actId="21"/>
          <ac:picMkLst>
            <pc:docMk/>
            <pc:sldMk cId="2873649449" sldId="265"/>
            <ac:picMk id="5" creationId="{AD075FBB-D6B8-A1A5-2BEF-CCF8D66E1989}"/>
          </ac:picMkLst>
        </pc:picChg>
        <pc:picChg chg="add mod">
          <ac:chgData name="Boersen, J." userId="ef861617-4683-4769-89bf-8b2c6af074b4" providerId="ADAL" clId="{0D538EBC-C156-5F4A-A875-1B390F92FCF1}" dt="2026-08-18T14:24:27.425" v="1857"/>
          <ac:picMkLst>
            <pc:docMk/>
            <pc:sldMk cId="2873649449" sldId="265"/>
            <ac:picMk id="6" creationId="{60CD08AF-0EBD-DE2A-37EA-FB9C17AD4AF8}"/>
          </ac:picMkLst>
        </pc:picChg>
      </pc:sldChg>
      <pc:sldChg chg="addSp modSp add mod ord setBg">
        <pc:chgData name="Boersen, J." userId="ef861617-4683-4769-89bf-8b2c6af074b4" providerId="ADAL" clId="{0D538EBC-C156-5F4A-A875-1B390F92FCF1}" dt="2026-08-17T19:09:38.195" v="753" actId="14100"/>
        <pc:sldMkLst>
          <pc:docMk/>
          <pc:sldMk cId="3232457353" sldId="267"/>
        </pc:sldMkLst>
        <pc:spChg chg="mod">
          <ac:chgData name="Boersen, J." userId="ef861617-4683-4769-89bf-8b2c6af074b4" providerId="ADAL" clId="{0D538EBC-C156-5F4A-A875-1B390F92FCF1}" dt="2026-08-17T19:09:35.578" v="752" actId="14100"/>
          <ac:spMkLst>
            <pc:docMk/>
            <pc:sldMk cId="3232457353" sldId="267"/>
            <ac:spMk id="2" creationId="{AF0773CB-8175-0A9F-0FC6-9FCD54C7CB6B}"/>
          </ac:spMkLst>
        </pc:spChg>
        <pc:spChg chg="mod ord">
          <ac:chgData name="Boersen, J." userId="ef861617-4683-4769-89bf-8b2c6af074b4" providerId="ADAL" clId="{0D538EBC-C156-5F4A-A875-1B390F92FCF1}" dt="2026-08-17T19:09:38.195" v="753" actId="14100"/>
          <ac:spMkLst>
            <pc:docMk/>
            <pc:sldMk cId="3232457353" sldId="267"/>
            <ac:spMk id="3" creationId="{AA8E92DD-4CBE-796A-0A86-A66CC26DECA0}"/>
          </ac:spMkLst>
        </pc:spChg>
        <pc:spChg chg="add">
          <ac:chgData name="Boersen, J." userId="ef861617-4683-4769-89bf-8b2c6af074b4" providerId="ADAL" clId="{0D538EBC-C156-5F4A-A875-1B390F92FCF1}" dt="2026-08-17T19:09:05.038" v="737" actId="26606"/>
          <ac:spMkLst>
            <pc:docMk/>
            <pc:sldMk cId="3232457353" sldId="267"/>
            <ac:spMk id="9" creationId="{A26E2FAE-FA60-497B-B2CB-7702C6FF3A3F}"/>
          </ac:spMkLst>
        </pc:spChg>
        <pc:picChg chg="add mod">
          <ac:chgData name="Boersen, J." userId="ef861617-4683-4769-89bf-8b2c6af074b4" providerId="ADAL" clId="{0D538EBC-C156-5F4A-A875-1B390F92FCF1}" dt="2026-08-17T19:09:05.038" v="737" actId="26606"/>
          <ac:picMkLst>
            <pc:docMk/>
            <pc:sldMk cId="3232457353" sldId="267"/>
            <ac:picMk id="4" creationId="{85DC1078-F1A1-B543-96A2-2A5943B2C36A}"/>
          </ac:picMkLst>
        </pc:picChg>
      </pc:sldChg>
      <pc:sldChg chg="addSp delSp modSp new mod ord setBg modClrScheme chgLayout">
        <pc:chgData name="Boersen, J." userId="ef861617-4683-4769-89bf-8b2c6af074b4" providerId="ADAL" clId="{0D538EBC-C156-5F4A-A875-1B390F92FCF1}" dt="2026-08-17T19:08:29.017" v="732" actId="20578"/>
        <pc:sldMkLst>
          <pc:docMk/>
          <pc:sldMk cId="2830680970" sldId="269"/>
        </pc:sldMkLst>
        <pc:picChg chg="add mod">
          <ac:chgData name="Boersen, J." userId="ef861617-4683-4769-89bf-8b2c6af074b4" providerId="ADAL" clId="{0D538EBC-C156-5F4A-A875-1B390F92FCF1}" dt="2026-08-16T15:37:26.962" v="56" actId="26606"/>
          <ac:picMkLst>
            <pc:docMk/>
            <pc:sldMk cId="2830680970" sldId="269"/>
            <ac:picMk id="6" creationId="{25A07D79-B40C-E97F-0E7D-0C294F6C57EB}"/>
          </ac:picMkLst>
        </pc:picChg>
      </pc:sldChg>
      <pc:sldChg chg="addSp new del mod">
        <pc:chgData name="Boersen, J." userId="ef861617-4683-4769-89bf-8b2c6af074b4" providerId="ADAL" clId="{0D538EBC-C156-5F4A-A875-1B390F92FCF1}" dt="2026-08-18T14:07:28.341" v="1287" actId="2696"/>
        <pc:sldMkLst>
          <pc:docMk/>
          <pc:sldMk cId="3652797280" sldId="270"/>
        </pc:sldMkLst>
      </pc:sldChg>
      <pc:sldChg chg="addSp modSp new mod setBg">
        <pc:chgData name="Boersen, J." userId="ef861617-4683-4769-89bf-8b2c6af074b4" providerId="ADAL" clId="{0D538EBC-C156-5F4A-A875-1B390F92FCF1}" dt="2026-08-18T13:48:02.666" v="757" actId="26606"/>
        <pc:sldMkLst>
          <pc:docMk/>
          <pc:sldMk cId="1598333928" sldId="271"/>
        </pc:sldMkLst>
        <pc:picChg chg="add mod">
          <ac:chgData name="Boersen, J." userId="ef861617-4683-4769-89bf-8b2c6af074b4" providerId="ADAL" clId="{0D538EBC-C156-5F4A-A875-1B390F92FCF1}" dt="2026-08-18T13:48:02.666" v="757" actId="26606"/>
          <ac:picMkLst>
            <pc:docMk/>
            <pc:sldMk cId="1598333928" sldId="271"/>
            <ac:picMk id="2" creationId="{6C99FCE3-9769-EA10-C70A-995549811908}"/>
          </ac:picMkLst>
        </pc:picChg>
      </pc:sldChg>
      <pc:sldChg chg="addSp delSp modSp new mod setBg modClrScheme chgLayout">
        <pc:chgData name="Boersen, J." userId="ef861617-4683-4769-89bf-8b2c6af074b4" providerId="ADAL" clId="{0D538EBC-C156-5F4A-A875-1B390F92FCF1}" dt="2026-08-18T13:58:52.223" v="763" actId="26606"/>
        <pc:sldMkLst>
          <pc:docMk/>
          <pc:sldMk cId="341288847" sldId="272"/>
        </pc:sldMkLst>
        <pc:spChg chg="del mod ord">
          <ac:chgData name="Boersen, J." userId="ef861617-4683-4769-89bf-8b2c6af074b4" providerId="ADAL" clId="{0D538EBC-C156-5F4A-A875-1B390F92FCF1}" dt="2026-08-18T13:58:46.695" v="759" actId="700"/>
          <ac:spMkLst>
            <pc:docMk/>
            <pc:sldMk cId="341288847" sldId="272"/>
            <ac:spMk id="2" creationId="{9E11B73E-A393-9065-42FD-47F0810F0D39}"/>
          </ac:spMkLst>
        </pc:spChg>
        <pc:spChg chg="del">
          <ac:chgData name="Boersen, J." userId="ef861617-4683-4769-89bf-8b2c6af074b4" providerId="ADAL" clId="{0D538EBC-C156-5F4A-A875-1B390F92FCF1}" dt="2026-08-18T13:58:46.695" v="759" actId="700"/>
          <ac:spMkLst>
            <pc:docMk/>
            <pc:sldMk cId="341288847" sldId="272"/>
            <ac:spMk id="3" creationId="{074BD3DF-A4C8-6269-CF39-9B56614D4967}"/>
          </ac:spMkLst>
        </pc:spChg>
        <pc:spChg chg="add del mod ord">
          <ac:chgData name="Boersen, J." userId="ef861617-4683-4769-89bf-8b2c6af074b4" providerId="ADAL" clId="{0D538EBC-C156-5F4A-A875-1B390F92FCF1}" dt="2026-08-18T13:58:49.349" v="760" actId="700"/>
          <ac:spMkLst>
            <pc:docMk/>
            <pc:sldMk cId="341288847" sldId="272"/>
            <ac:spMk id="4" creationId="{9DAE5C29-E26B-0603-107C-974505973078}"/>
          </ac:spMkLst>
        </pc:spChg>
        <pc:picChg chg="add mod">
          <ac:chgData name="Boersen, J." userId="ef861617-4683-4769-89bf-8b2c6af074b4" providerId="ADAL" clId="{0D538EBC-C156-5F4A-A875-1B390F92FCF1}" dt="2026-08-18T13:58:52.223" v="763" actId="26606"/>
          <ac:picMkLst>
            <pc:docMk/>
            <pc:sldMk cId="341288847" sldId="272"/>
            <ac:picMk id="5" creationId="{5A0768F4-0999-5899-17A9-23F4CD71DB04}"/>
          </ac:picMkLst>
        </pc:picChg>
      </pc:sldChg>
      <pc:sldChg chg="addSp modSp new del mod modClrScheme chgLayout">
        <pc:chgData name="Boersen, J." userId="ef861617-4683-4769-89bf-8b2c6af074b4" providerId="ADAL" clId="{0D538EBC-C156-5F4A-A875-1B390F92FCF1}" dt="2026-08-18T13:59:34.767" v="768" actId="2696"/>
        <pc:sldMkLst>
          <pc:docMk/>
          <pc:sldMk cId="475658259" sldId="273"/>
        </pc:sldMkLst>
        <pc:spChg chg="add mod">
          <ac:chgData name="Boersen, J." userId="ef861617-4683-4769-89bf-8b2c6af074b4" providerId="ADAL" clId="{0D538EBC-C156-5F4A-A875-1B390F92FCF1}" dt="2026-08-18T13:59:27.720" v="765" actId="700"/>
          <ac:spMkLst>
            <pc:docMk/>
            <pc:sldMk cId="475658259" sldId="273"/>
            <ac:spMk id="2" creationId="{E5F64CB7-B289-C547-A80F-05A0179DAAB1}"/>
          </ac:spMkLst>
        </pc:spChg>
        <pc:spChg chg="add mod">
          <ac:chgData name="Boersen, J." userId="ef861617-4683-4769-89bf-8b2c6af074b4" providerId="ADAL" clId="{0D538EBC-C156-5F4A-A875-1B390F92FCF1}" dt="2026-08-18T13:59:27.720" v="765" actId="700"/>
          <ac:spMkLst>
            <pc:docMk/>
            <pc:sldMk cId="475658259" sldId="273"/>
            <ac:spMk id="3" creationId="{1B7B8094-80EE-4CA9-15CC-265B4DC95A01}"/>
          </ac:spMkLst>
        </pc:spChg>
      </pc:sldChg>
      <pc:sldChg chg="addSp modSp add mod">
        <pc:chgData name="Boersen, J." userId="ef861617-4683-4769-89bf-8b2c6af074b4" providerId="ADAL" clId="{0D538EBC-C156-5F4A-A875-1B390F92FCF1}" dt="2026-08-18T14:07:10.229" v="1286" actId="20577"/>
        <pc:sldMkLst>
          <pc:docMk/>
          <pc:sldMk cId="174219983" sldId="274"/>
        </pc:sldMkLst>
        <pc:spChg chg="mod">
          <ac:chgData name="Boersen, J." userId="ef861617-4683-4769-89bf-8b2c6af074b4" providerId="ADAL" clId="{0D538EBC-C156-5F4A-A875-1B390F92FCF1}" dt="2026-08-18T14:05:47.251" v="1063" actId="5793"/>
          <ac:spMkLst>
            <pc:docMk/>
            <pc:sldMk cId="174219983" sldId="274"/>
            <ac:spMk id="2" creationId="{4CBBAE7F-DC95-6E2D-3E2A-E5DD20155154}"/>
          </ac:spMkLst>
        </pc:spChg>
        <pc:spChg chg="mod">
          <ac:chgData name="Boersen, J." userId="ef861617-4683-4769-89bf-8b2c6af074b4" providerId="ADAL" clId="{0D538EBC-C156-5F4A-A875-1B390F92FCF1}" dt="2026-08-18T14:07:10.229" v="1286" actId="20577"/>
          <ac:spMkLst>
            <pc:docMk/>
            <pc:sldMk cId="174219983" sldId="274"/>
            <ac:spMk id="3" creationId="{547BFBFD-026C-36F0-621F-2270461AE33D}"/>
          </ac:spMkLst>
        </pc:spChg>
        <pc:picChg chg="add mod">
          <ac:chgData name="Boersen, J." userId="ef861617-4683-4769-89bf-8b2c6af074b4" providerId="ADAL" clId="{0D538EBC-C156-5F4A-A875-1B390F92FCF1}" dt="2026-08-18T14:06:07.905" v="1065" actId="14100"/>
          <ac:picMkLst>
            <pc:docMk/>
            <pc:sldMk cId="174219983" sldId="274"/>
            <ac:picMk id="4" creationId="{CD543EE8-D1D6-E472-A001-B35FBC912C5B}"/>
          </ac:picMkLst>
        </pc:picChg>
      </pc:sldChg>
      <pc:sldChg chg="addSp delSp modSp new mod setBg">
        <pc:chgData name="Boersen, J." userId="ef861617-4683-4769-89bf-8b2c6af074b4" providerId="ADAL" clId="{0D538EBC-C156-5F4A-A875-1B390F92FCF1}" dt="2026-08-18T18:16:08.700" v="1863" actId="26606"/>
        <pc:sldMkLst>
          <pc:docMk/>
          <pc:sldMk cId="3500066702" sldId="275"/>
        </pc:sldMkLst>
        <pc:spChg chg="del">
          <ac:chgData name="Boersen, J." userId="ef861617-4683-4769-89bf-8b2c6af074b4" providerId="ADAL" clId="{0D538EBC-C156-5F4A-A875-1B390F92FCF1}" dt="2026-08-18T18:16:08.700" v="1863" actId="26606"/>
          <ac:spMkLst>
            <pc:docMk/>
            <pc:sldMk cId="3500066702" sldId="275"/>
            <ac:spMk id="2" creationId="{1DE48EFC-7CF8-1F10-093E-EAFA6E5BEDEB}"/>
          </ac:spMkLst>
        </pc:spChg>
        <pc:spChg chg="del">
          <ac:chgData name="Boersen, J." userId="ef861617-4683-4769-89bf-8b2c6af074b4" providerId="ADAL" clId="{0D538EBC-C156-5F4A-A875-1B390F92FCF1}" dt="2026-08-18T18:16:08.700" v="1863" actId="26606"/>
          <ac:spMkLst>
            <pc:docMk/>
            <pc:sldMk cId="3500066702" sldId="275"/>
            <ac:spMk id="3" creationId="{C347CD02-8618-C085-13E0-482829A12E8A}"/>
          </ac:spMkLst>
        </pc:spChg>
        <pc:spChg chg="add">
          <ac:chgData name="Boersen, J." userId="ef861617-4683-4769-89bf-8b2c6af074b4" providerId="ADAL" clId="{0D538EBC-C156-5F4A-A875-1B390F92FCF1}" dt="2026-08-18T18:16:08.700" v="1863" actId="26606"/>
          <ac:spMkLst>
            <pc:docMk/>
            <pc:sldMk cId="3500066702" sldId="275"/>
            <ac:spMk id="15" creationId="{DA1DAC79-DDBA-4382-9D43-6E5F685BE5FB}"/>
          </ac:spMkLst>
        </pc:spChg>
        <pc:spChg chg="add">
          <ac:chgData name="Boersen, J." userId="ef861617-4683-4769-89bf-8b2c6af074b4" providerId="ADAL" clId="{0D538EBC-C156-5F4A-A875-1B390F92FCF1}" dt="2026-08-18T18:16:08.700" v="1863" actId="26606"/>
          <ac:spMkLst>
            <pc:docMk/>
            <pc:sldMk cId="3500066702" sldId="275"/>
            <ac:spMk id="21" creationId="{6AACA73D-178F-4CFC-99E3-9F4FCBBDBA83}"/>
          </ac:spMkLst>
        </pc:spChg>
        <pc:picChg chg="add del">
          <ac:chgData name="Boersen, J." userId="ef861617-4683-4769-89bf-8b2c6af074b4" providerId="ADAL" clId="{0D538EBC-C156-5F4A-A875-1B390F92FCF1}" dt="2026-08-18T18:15:33.158" v="1861" actId="478"/>
          <ac:picMkLst>
            <pc:docMk/>
            <pc:sldMk cId="3500066702" sldId="275"/>
            <ac:picMk id="4" creationId="{3DD376D8-2CE1-D05D-C735-FA48A1639F30}"/>
          </ac:picMkLst>
        </pc:picChg>
        <pc:picChg chg="add del mod">
          <ac:chgData name="Boersen, J." userId="ef861617-4683-4769-89bf-8b2c6af074b4" providerId="ADAL" clId="{0D538EBC-C156-5F4A-A875-1B390F92FCF1}" dt="2026-08-18T14:12:07.071" v="1790" actId="478"/>
          <ac:picMkLst>
            <pc:docMk/>
            <pc:sldMk cId="3500066702" sldId="275"/>
            <ac:picMk id="5" creationId="{2E55F8DC-6BE1-0CDB-DBEA-955705F867EE}"/>
          </ac:picMkLst>
        </pc:picChg>
        <pc:picChg chg="add mod">
          <ac:chgData name="Boersen, J." userId="ef861617-4683-4769-89bf-8b2c6af074b4" providerId="ADAL" clId="{0D538EBC-C156-5F4A-A875-1B390F92FCF1}" dt="2026-08-18T18:16:08.700" v="1863" actId="26606"/>
          <ac:picMkLst>
            <pc:docMk/>
            <pc:sldMk cId="3500066702" sldId="275"/>
            <ac:picMk id="6" creationId="{68098925-6318-4B47-FDDD-3D98DEFB519E}"/>
          </ac:picMkLst>
        </pc:picChg>
        <pc:picChg chg="add">
          <ac:chgData name="Boersen, J." userId="ef861617-4683-4769-89bf-8b2c6af074b4" providerId="ADAL" clId="{0D538EBC-C156-5F4A-A875-1B390F92FCF1}" dt="2026-08-18T18:16:08.700" v="1863" actId="26606"/>
          <ac:picMkLst>
            <pc:docMk/>
            <pc:sldMk cId="3500066702" sldId="275"/>
            <ac:picMk id="11" creationId="{5B89E5C5-A037-45B3-9D37-3658914D4799}"/>
          </ac:picMkLst>
        </pc:picChg>
        <pc:picChg chg="add">
          <ac:chgData name="Boersen, J." userId="ef861617-4683-4769-89bf-8b2c6af074b4" providerId="ADAL" clId="{0D538EBC-C156-5F4A-A875-1B390F92FCF1}" dt="2026-08-18T18:16:08.700" v="1863" actId="26606"/>
          <ac:picMkLst>
            <pc:docMk/>
            <pc:sldMk cId="3500066702" sldId="275"/>
            <ac:picMk id="13" creationId="{5ACB93B0-521E-443D-9750-AFCFDDB3E801}"/>
          </ac:picMkLst>
        </pc:picChg>
        <pc:picChg chg="add">
          <ac:chgData name="Boersen, J." userId="ef861617-4683-4769-89bf-8b2c6af074b4" providerId="ADAL" clId="{0D538EBC-C156-5F4A-A875-1B390F92FCF1}" dt="2026-08-18T18:16:08.700" v="1863" actId="26606"/>
          <ac:picMkLst>
            <pc:docMk/>
            <pc:sldMk cId="3500066702" sldId="275"/>
            <ac:picMk id="17" creationId="{E0880F10-995F-4F01-A83B-7ECDB7BE7905}"/>
          </ac:picMkLst>
        </pc:picChg>
        <pc:picChg chg="add">
          <ac:chgData name="Boersen, J." userId="ef861617-4683-4769-89bf-8b2c6af074b4" providerId="ADAL" clId="{0D538EBC-C156-5F4A-A875-1B390F92FCF1}" dt="2026-08-18T18:16:08.700" v="1863" actId="26606"/>
          <ac:picMkLst>
            <pc:docMk/>
            <pc:sldMk cId="3500066702" sldId="275"/>
            <ac:picMk id="19" creationId="{A2D49266-1F08-40F2-B0E1-1D919DCB5780}"/>
          </ac:picMkLst>
        </pc:picChg>
      </pc:sldChg>
      <pc:sldChg chg="addSp delSp modSp new mod ord setBg">
        <pc:chgData name="Boersen, J." userId="ef861617-4683-4769-89bf-8b2c6af074b4" providerId="ADAL" clId="{0D538EBC-C156-5F4A-A875-1B390F92FCF1}" dt="2026-08-18T14:23:26.971" v="1855" actId="20578"/>
        <pc:sldMkLst>
          <pc:docMk/>
          <pc:sldMk cId="3247087266" sldId="276"/>
        </pc:sldMkLst>
        <pc:spChg chg="del">
          <ac:chgData name="Boersen, J." userId="ef861617-4683-4769-89bf-8b2c6af074b4" providerId="ADAL" clId="{0D538EBC-C156-5F4A-A875-1B390F92FCF1}" dt="2026-08-18T14:18:20.593" v="1793" actId="26606"/>
          <ac:spMkLst>
            <pc:docMk/>
            <pc:sldMk cId="3247087266" sldId="276"/>
            <ac:spMk id="2" creationId="{D1DC3B6C-AECD-DDB6-9859-67B3C4258B89}"/>
          </ac:spMkLst>
        </pc:spChg>
        <pc:spChg chg="del">
          <ac:chgData name="Boersen, J." userId="ef861617-4683-4769-89bf-8b2c6af074b4" providerId="ADAL" clId="{0D538EBC-C156-5F4A-A875-1B390F92FCF1}" dt="2026-08-18T14:18:20.593" v="1793" actId="26606"/>
          <ac:spMkLst>
            <pc:docMk/>
            <pc:sldMk cId="3247087266" sldId="276"/>
            <ac:spMk id="3" creationId="{C4F19F9B-C7A9-0255-95DD-AE2443864A3D}"/>
          </ac:spMkLst>
        </pc:spChg>
        <pc:spChg chg="add">
          <ac:chgData name="Boersen, J." userId="ef861617-4683-4769-89bf-8b2c6af074b4" providerId="ADAL" clId="{0D538EBC-C156-5F4A-A875-1B390F92FCF1}" dt="2026-08-18T14:18:20.593" v="1793" actId="26606"/>
          <ac:spMkLst>
            <pc:docMk/>
            <pc:sldMk cId="3247087266" sldId="276"/>
            <ac:spMk id="13" creationId="{DA1DAC79-DDBA-4382-9D43-6E5F685BE5FB}"/>
          </ac:spMkLst>
        </pc:spChg>
        <pc:spChg chg="add">
          <ac:chgData name="Boersen, J." userId="ef861617-4683-4769-89bf-8b2c6af074b4" providerId="ADAL" clId="{0D538EBC-C156-5F4A-A875-1B390F92FCF1}" dt="2026-08-18T14:18:20.593" v="1793" actId="26606"/>
          <ac:spMkLst>
            <pc:docMk/>
            <pc:sldMk cId="3247087266" sldId="276"/>
            <ac:spMk id="19" creationId="{6AACA73D-178F-4CFC-99E3-9F4FCBBDBA83}"/>
          </ac:spMkLst>
        </pc:spChg>
        <pc:picChg chg="add mod">
          <ac:chgData name="Boersen, J." userId="ef861617-4683-4769-89bf-8b2c6af074b4" providerId="ADAL" clId="{0D538EBC-C156-5F4A-A875-1B390F92FCF1}" dt="2026-08-18T14:18:20.593" v="1793" actId="26606"/>
          <ac:picMkLst>
            <pc:docMk/>
            <pc:sldMk cId="3247087266" sldId="276"/>
            <ac:picMk id="4" creationId="{CAA589A8-57E1-9BD4-2E32-85CBD5D70BDD}"/>
          </ac:picMkLst>
        </pc:picChg>
        <pc:picChg chg="add">
          <ac:chgData name="Boersen, J." userId="ef861617-4683-4769-89bf-8b2c6af074b4" providerId="ADAL" clId="{0D538EBC-C156-5F4A-A875-1B390F92FCF1}" dt="2026-08-18T14:18:20.593" v="1793" actId="26606"/>
          <ac:picMkLst>
            <pc:docMk/>
            <pc:sldMk cId="3247087266" sldId="276"/>
            <ac:picMk id="9" creationId="{5B89E5C5-A037-45B3-9D37-3658914D4799}"/>
          </ac:picMkLst>
        </pc:picChg>
        <pc:picChg chg="add">
          <ac:chgData name="Boersen, J." userId="ef861617-4683-4769-89bf-8b2c6af074b4" providerId="ADAL" clId="{0D538EBC-C156-5F4A-A875-1B390F92FCF1}" dt="2026-08-18T14:18:20.593" v="1793" actId="26606"/>
          <ac:picMkLst>
            <pc:docMk/>
            <pc:sldMk cId="3247087266" sldId="276"/>
            <ac:picMk id="11" creationId="{5ACB93B0-521E-443D-9750-AFCFDDB3E801}"/>
          </ac:picMkLst>
        </pc:picChg>
        <pc:picChg chg="add">
          <ac:chgData name="Boersen, J." userId="ef861617-4683-4769-89bf-8b2c6af074b4" providerId="ADAL" clId="{0D538EBC-C156-5F4A-A875-1B390F92FCF1}" dt="2026-08-18T14:18:20.593" v="1793" actId="26606"/>
          <ac:picMkLst>
            <pc:docMk/>
            <pc:sldMk cId="3247087266" sldId="276"/>
            <ac:picMk id="15" creationId="{E0880F10-995F-4F01-A83B-7ECDB7BE7905}"/>
          </ac:picMkLst>
        </pc:picChg>
        <pc:picChg chg="add">
          <ac:chgData name="Boersen, J." userId="ef861617-4683-4769-89bf-8b2c6af074b4" providerId="ADAL" clId="{0D538EBC-C156-5F4A-A875-1B390F92FCF1}" dt="2026-08-18T14:18:20.593" v="1793" actId="26606"/>
          <ac:picMkLst>
            <pc:docMk/>
            <pc:sldMk cId="3247087266" sldId="276"/>
            <ac:picMk id="17" creationId="{A2D49266-1F08-40F2-B0E1-1D919DCB5780}"/>
          </ac:picMkLst>
        </pc:picChg>
      </pc:sldChg>
      <pc:sldChg chg="addSp delSp modSp add mod ord modAnim">
        <pc:chgData name="Boersen, J." userId="ef861617-4683-4769-89bf-8b2c6af074b4" providerId="ADAL" clId="{0D538EBC-C156-5F4A-A875-1B390F92FCF1}" dt="2026-08-19T07:36:19.442" v="1981" actId="14100"/>
        <pc:sldMkLst>
          <pc:docMk/>
          <pc:sldMk cId="305930843" sldId="277"/>
        </pc:sldMkLst>
        <pc:spChg chg="mod">
          <ac:chgData name="Boersen, J." userId="ef861617-4683-4769-89bf-8b2c6af074b4" providerId="ADAL" clId="{0D538EBC-C156-5F4A-A875-1B390F92FCF1}" dt="2026-08-19T07:36:19.442" v="1981" actId="14100"/>
          <ac:spMkLst>
            <pc:docMk/>
            <pc:sldMk cId="305930843" sldId="277"/>
            <ac:spMk id="3" creationId="{9BBEF5B5-1B69-49B9-B59B-6B78003D6073}"/>
          </ac:spMkLst>
        </pc:spChg>
        <pc:picChg chg="add mod">
          <ac:chgData name="Boersen, J." userId="ef861617-4683-4769-89bf-8b2c6af074b4" providerId="ADAL" clId="{0D538EBC-C156-5F4A-A875-1B390F92FCF1}" dt="2026-08-19T07:36:15.520" v="1980" actId="14100"/>
          <ac:picMkLst>
            <pc:docMk/>
            <pc:sldMk cId="305930843" sldId="277"/>
            <ac:picMk id="4" creationId="{09FE9916-4C2F-D597-7913-8AD7BBBACB89}"/>
          </ac:picMkLst>
        </pc:picChg>
        <pc:picChg chg="del">
          <ac:chgData name="Boersen, J." userId="ef861617-4683-4769-89bf-8b2c6af074b4" providerId="ADAL" clId="{0D538EBC-C156-5F4A-A875-1B390F92FCF1}" dt="2026-08-19T07:36:02.967" v="1977" actId="478"/>
          <ac:picMkLst>
            <pc:docMk/>
            <pc:sldMk cId="305930843" sldId="277"/>
            <ac:picMk id="5" creationId="{C35EA4E2-062A-495C-A4F3-8C0C143D8251}"/>
          </ac:picMkLst>
        </pc:picChg>
      </pc:sldChg>
      <pc:sldChg chg="delSp modSp add modAnim">
        <pc:chgData name="Boersen, J." userId="ef861617-4683-4769-89bf-8b2c6af074b4" providerId="ADAL" clId="{0D538EBC-C156-5F4A-A875-1B390F92FCF1}" dt="2026-08-19T07:35:31.316" v="1972" actId="478"/>
        <pc:sldMkLst>
          <pc:docMk/>
          <pc:sldMk cId="0" sldId="278"/>
        </pc:sldMkLst>
        <pc:spChg chg="mod">
          <ac:chgData name="Boersen, J." userId="ef861617-4683-4769-89bf-8b2c6af074b4" providerId="ADAL" clId="{0D538EBC-C156-5F4A-A875-1B390F92FCF1}" dt="2026-08-19T07:35:30.522" v="1971" actId="6549"/>
          <ac:spMkLst>
            <pc:docMk/>
            <pc:sldMk cId="0" sldId="278"/>
            <ac:spMk id="12291" creationId="{00000000-0000-0000-0000-000000000000}"/>
          </ac:spMkLst>
        </pc:spChg>
        <pc:picChg chg="del mod">
          <ac:chgData name="Boersen, J." userId="ef861617-4683-4769-89bf-8b2c6af074b4" providerId="ADAL" clId="{0D538EBC-C156-5F4A-A875-1B390F92FCF1}" dt="2026-08-19T07:34:48.258" v="1959" actId="478"/>
          <ac:picMkLst>
            <pc:docMk/>
            <pc:sldMk cId="0" sldId="278"/>
            <ac:picMk id="7" creationId="{00000000-0000-0000-0000-000000000000}"/>
          </ac:picMkLst>
        </pc:picChg>
        <pc:picChg chg="mod">
          <ac:chgData name="Boersen, J." userId="ef861617-4683-4769-89bf-8b2c6af074b4" providerId="ADAL" clId="{0D538EBC-C156-5F4A-A875-1B390F92FCF1}" dt="2026-08-19T07:34:54.560" v="1961" actId="14100"/>
          <ac:picMkLst>
            <pc:docMk/>
            <pc:sldMk cId="0" sldId="278"/>
            <ac:picMk id="12292" creationId="{00000000-0000-0000-0000-000000000000}"/>
          </ac:picMkLst>
        </pc:picChg>
        <pc:picChg chg="del mod">
          <ac:chgData name="Boersen, J." userId="ef861617-4683-4769-89bf-8b2c6af074b4" providerId="ADAL" clId="{0D538EBC-C156-5F4A-A875-1B390F92FCF1}" dt="2026-08-19T07:35:31.316" v="1972" actId="478"/>
          <ac:picMkLst>
            <pc:docMk/>
            <pc:sldMk cId="0" sldId="278"/>
            <ac:picMk id="12293" creationId="{00000000-0000-0000-0000-000000000000}"/>
          </ac:picMkLst>
        </pc:picChg>
        <pc:picChg chg="del mod">
          <ac:chgData name="Boersen, J." userId="ef861617-4683-4769-89bf-8b2c6af074b4" providerId="ADAL" clId="{0D538EBC-C156-5F4A-A875-1B390F92FCF1}" dt="2026-08-19T07:35:12.239" v="1968" actId="21"/>
          <ac:picMkLst>
            <pc:docMk/>
            <pc:sldMk cId="0" sldId="278"/>
            <ac:picMk id="12294" creationId="{00000000-0000-0000-0000-000000000000}"/>
          </ac:picMkLst>
        </pc:picChg>
      </pc:sldChg>
      <pc:sldChg chg="delSp add ord setBg delDesignElem">
        <pc:chgData name="Boersen, J." userId="ef861617-4683-4769-89bf-8b2c6af074b4" providerId="ADAL" clId="{0D538EBC-C156-5F4A-A875-1B390F92FCF1}" dt="2026-08-19T07:35:40.268" v="1974" actId="20578"/>
        <pc:sldMkLst>
          <pc:docMk/>
          <pc:sldMk cId="3514623753" sldId="280"/>
        </pc:sldMkLst>
        <pc:spChg chg="del">
          <ac:chgData name="Boersen, J." userId="ef861617-4683-4769-89bf-8b2c6af074b4" providerId="ADAL" clId="{0D538EBC-C156-5F4A-A875-1B390F92FCF1}" dt="2026-08-18T14:23:15.264" v="1853"/>
          <ac:spMkLst>
            <pc:docMk/>
            <pc:sldMk cId="3514623753" sldId="280"/>
            <ac:spMk id="14" creationId="{79760FB8-CC91-426C-9EF3-A58786866B5C}"/>
          </ac:spMkLst>
        </pc:spChg>
        <pc:spChg chg="del">
          <ac:chgData name="Boersen, J." userId="ef861617-4683-4769-89bf-8b2c6af074b4" providerId="ADAL" clId="{0D538EBC-C156-5F4A-A875-1B390F92FCF1}" dt="2026-08-18T14:23:15.264" v="1853"/>
          <ac:spMkLst>
            <pc:docMk/>
            <pc:sldMk cId="3514623753" sldId="280"/>
            <ac:spMk id="20" creationId="{09E7EBD1-9868-4F2F-B4FF-A89B93CFB6D0}"/>
          </ac:spMkLst>
        </pc:spChg>
        <pc:spChg chg="del">
          <ac:chgData name="Boersen, J." userId="ef861617-4683-4769-89bf-8b2c6af074b4" providerId="ADAL" clId="{0D538EBC-C156-5F4A-A875-1B390F92FCF1}" dt="2026-08-18T14:23:15.264" v="1853"/>
          <ac:spMkLst>
            <pc:docMk/>
            <pc:sldMk cId="3514623753" sldId="280"/>
            <ac:spMk id="22" creationId="{B84B712E-6BBF-4241-BAB7-D7E064B173A3}"/>
          </ac:spMkLst>
        </pc:spChg>
        <pc:spChg chg="del">
          <ac:chgData name="Boersen, J." userId="ef861617-4683-4769-89bf-8b2c6af074b4" providerId="ADAL" clId="{0D538EBC-C156-5F4A-A875-1B390F92FCF1}" dt="2026-08-18T14:23:15.264" v="1853"/>
          <ac:spMkLst>
            <pc:docMk/>
            <pc:sldMk cId="3514623753" sldId="280"/>
            <ac:spMk id="24" creationId="{D22F3D4E-E5F5-4623-B278-D7E30BEF9D6A}"/>
          </ac:spMkLst>
        </pc:spChg>
        <pc:spChg chg="del">
          <ac:chgData name="Boersen, J." userId="ef861617-4683-4769-89bf-8b2c6af074b4" providerId="ADAL" clId="{0D538EBC-C156-5F4A-A875-1B390F92FCF1}" dt="2026-08-18T14:23:15.264" v="1853"/>
          <ac:spMkLst>
            <pc:docMk/>
            <pc:sldMk cId="3514623753" sldId="280"/>
            <ac:spMk id="26" creationId="{7B7F5E51-5BF8-4198-AD70-78D94F3A94A2}"/>
          </ac:spMkLst>
        </pc:spChg>
        <pc:picChg chg="del">
          <ac:chgData name="Boersen, J." userId="ef861617-4683-4769-89bf-8b2c6af074b4" providerId="ADAL" clId="{0D538EBC-C156-5F4A-A875-1B390F92FCF1}" dt="2026-08-18T14:23:15.264" v="1853"/>
          <ac:picMkLst>
            <pc:docMk/>
            <pc:sldMk cId="3514623753" sldId="280"/>
            <ac:picMk id="10" creationId="{3CC8D252-8044-458D-A776-6A5833FEFD20}"/>
          </ac:picMkLst>
        </pc:picChg>
        <pc:picChg chg="del">
          <ac:chgData name="Boersen, J." userId="ef861617-4683-4769-89bf-8b2c6af074b4" providerId="ADAL" clId="{0D538EBC-C156-5F4A-A875-1B390F92FCF1}" dt="2026-08-18T14:23:15.264" v="1853"/>
          <ac:picMkLst>
            <pc:docMk/>
            <pc:sldMk cId="3514623753" sldId="280"/>
            <ac:picMk id="12" creationId="{E884AA69-7728-499C-8FA7-A3FCA738EB7A}"/>
          </ac:picMkLst>
        </pc:picChg>
        <pc:picChg chg="del">
          <ac:chgData name="Boersen, J." userId="ef861617-4683-4769-89bf-8b2c6af074b4" providerId="ADAL" clId="{0D538EBC-C156-5F4A-A875-1B390F92FCF1}" dt="2026-08-18T14:23:15.264" v="1853"/>
          <ac:picMkLst>
            <pc:docMk/>
            <pc:sldMk cId="3514623753" sldId="280"/>
            <ac:picMk id="16" creationId="{CE274F2C-FBD9-4A60-B6A0-FB7532F599F3}"/>
          </ac:picMkLst>
        </pc:picChg>
        <pc:picChg chg="del">
          <ac:chgData name="Boersen, J." userId="ef861617-4683-4769-89bf-8b2c6af074b4" providerId="ADAL" clId="{0D538EBC-C156-5F4A-A875-1B390F92FCF1}" dt="2026-08-18T14:23:15.264" v="1853"/>
          <ac:picMkLst>
            <pc:docMk/>
            <pc:sldMk cId="3514623753" sldId="280"/>
            <ac:picMk id="18" creationId="{D543DFE3-F007-48D9-A223-F7351802D47A}"/>
          </ac:picMkLst>
        </pc:picChg>
      </pc:sldChg>
      <pc:sldChg chg="addSp delSp modSp new mod setBg">
        <pc:chgData name="Boersen, J." userId="ef861617-4683-4769-89bf-8b2c6af074b4" providerId="ADAL" clId="{0D538EBC-C156-5F4A-A875-1B390F92FCF1}" dt="2026-08-18T14:24:31.276" v="1860" actId="26606"/>
        <pc:sldMkLst>
          <pc:docMk/>
          <pc:sldMk cId="1039366695" sldId="281"/>
        </pc:sldMkLst>
        <pc:spChg chg="del">
          <ac:chgData name="Boersen, J." userId="ef861617-4683-4769-89bf-8b2c6af074b4" providerId="ADAL" clId="{0D538EBC-C156-5F4A-A875-1B390F92FCF1}" dt="2026-08-18T14:24:31.276" v="1860" actId="26606"/>
          <ac:spMkLst>
            <pc:docMk/>
            <pc:sldMk cId="1039366695" sldId="281"/>
            <ac:spMk id="2" creationId="{522F105F-49BC-D1DC-073D-8F2EBF621D3B}"/>
          </ac:spMkLst>
        </pc:spChg>
        <pc:spChg chg="del">
          <ac:chgData name="Boersen, J." userId="ef861617-4683-4769-89bf-8b2c6af074b4" providerId="ADAL" clId="{0D538EBC-C156-5F4A-A875-1B390F92FCF1}" dt="2026-08-18T14:24:31.276" v="1860" actId="26606"/>
          <ac:spMkLst>
            <pc:docMk/>
            <pc:sldMk cId="1039366695" sldId="281"/>
            <ac:spMk id="3" creationId="{B16EF9A2-FBDC-B71D-30AA-D16F9446A448}"/>
          </ac:spMkLst>
        </pc:spChg>
        <pc:spChg chg="add">
          <ac:chgData name="Boersen, J." userId="ef861617-4683-4769-89bf-8b2c6af074b4" providerId="ADAL" clId="{0D538EBC-C156-5F4A-A875-1B390F92FCF1}" dt="2026-08-18T14:24:31.276" v="1860" actId="26606"/>
          <ac:spMkLst>
            <pc:docMk/>
            <pc:sldMk cId="1039366695" sldId="281"/>
            <ac:spMk id="13" creationId="{DA1DAC79-DDBA-4382-9D43-6E5F685BE5FB}"/>
          </ac:spMkLst>
        </pc:spChg>
        <pc:spChg chg="add">
          <ac:chgData name="Boersen, J." userId="ef861617-4683-4769-89bf-8b2c6af074b4" providerId="ADAL" clId="{0D538EBC-C156-5F4A-A875-1B390F92FCF1}" dt="2026-08-18T14:24:31.276" v="1860" actId="26606"/>
          <ac:spMkLst>
            <pc:docMk/>
            <pc:sldMk cId="1039366695" sldId="281"/>
            <ac:spMk id="19" creationId="{6AACA73D-178F-4CFC-99E3-9F4FCBBDBA83}"/>
          </ac:spMkLst>
        </pc:spChg>
        <pc:picChg chg="add mod">
          <ac:chgData name="Boersen, J." userId="ef861617-4683-4769-89bf-8b2c6af074b4" providerId="ADAL" clId="{0D538EBC-C156-5F4A-A875-1B390F92FCF1}" dt="2026-08-18T14:24:31.276" v="1860" actId="26606"/>
          <ac:picMkLst>
            <pc:docMk/>
            <pc:sldMk cId="1039366695" sldId="281"/>
            <ac:picMk id="4" creationId="{9BB8C690-9994-F290-A3AD-A21DA07055B2}"/>
          </ac:picMkLst>
        </pc:picChg>
        <pc:picChg chg="add">
          <ac:chgData name="Boersen, J." userId="ef861617-4683-4769-89bf-8b2c6af074b4" providerId="ADAL" clId="{0D538EBC-C156-5F4A-A875-1B390F92FCF1}" dt="2026-08-18T14:24:31.276" v="1860" actId="26606"/>
          <ac:picMkLst>
            <pc:docMk/>
            <pc:sldMk cId="1039366695" sldId="281"/>
            <ac:picMk id="9" creationId="{5B89E5C5-A037-45B3-9D37-3658914D4799}"/>
          </ac:picMkLst>
        </pc:picChg>
        <pc:picChg chg="add">
          <ac:chgData name="Boersen, J." userId="ef861617-4683-4769-89bf-8b2c6af074b4" providerId="ADAL" clId="{0D538EBC-C156-5F4A-A875-1B390F92FCF1}" dt="2026-08-18T14:24:31.276" v="1860" actId="26606"/>
          <ac:picMkLst>
            <pc:docMk/>
            <pc:sldMk cId="1039366695" sldId="281"/>
            <ac:picMk id="11" creationId="{5ACB93B0-521E-443D-9750-AFCFDDB3E801}"/>
          </ac:picMkLst>
        </pc:picChg>
        <pc:picChg chg="add">
          <ac:chgData name="Boersen, J." userId="ef861617-4683-4769-89bf-8b2c6af074b4" providerId="ADAL" clId="{0D538EBC-C156-5F4A-A875-1B390F92FCF1}" dt="2026-08-18T14:24:31.276" v="1860" actId="26606"/>
          <ac:picMkLst>
            <pc:docMk/>
            <pc:sldMk cId="1039366695" sldId="281"/>
            <ac:picMk id="15" creationId="{E0880F10-995F-4F01-A83B-7ECDB7BE7905}"/>
          </ac:picMkLst>
        </pc:picChg>
        <pc:picChg chg="add">
          <ac:chgData name="Boersen, J." userId="ef861617-4683-4769-89bf-8b2c6af074b4" providerId="ADAL" clId="{0D538EBC-C156-5F4A-A875-1B390F92FCF1}" dt="2026-08-18T14:24:31.276" v="1860" actId="26606"/>
          <ac:picMkLst>
            <pc:docMk/>
            <pc:sldMk cId="1039366695" sldId="281"/>
            <ac:picMk id="17" creationId="{A2D49266-1F08-40F2-B0E1-1D919DCB5780}"/>
          </ac:picMkLst>
        </pc:picChg>
      </pc:sldChg>
      <pc:sldChg chg="addSp delSp modSp new mod setBg">
        <pc:chgData name="Boersen, J." userId="ef861617-4683-4769-89bf-8b2c6af074b4" providerId="ADAL" clId="{0D538EBC-C156-5F4A-A875-1B390F92FCF1}" dt="2026-08-18T18:16:21.232" v="1866" actId="26606"/>
        <pc:sldMkLst>
          <pc:docMk/>
          <pc:sldMk cId="1686242232" sldId="282"/>
        </pc:sldMkLst>
        <pc:spChg chg="del">
          <ac:chgData name="Boersen, J." userId="ef861617-4683-4769-89bf-8b2c6af074b4" providerId="ADAL" clId="{0D538EBC-C156-5F4A-A875-1B390F92FCF1}" dt="2026-08-18T18:16:21.232" v="1866" actId="26606"/>
          <ac:spMkLst>
            <pc:docMk/>
            <pc:sldMk cId="1686242232" sldId="282"/>
            <ac:spMk id="2" creationId="{E94230CF-CEED-F354-F527-71E0AB0A7522}"/>
          </ac:spMkLst>
        </pc:spChg>
        <pc:spChg chg="del">
          <ac:chgData name="Boersen, J." userId="ef861617-4683-4769-89bf-8b2c6af074b4" providerId="ADAL" clId="{0D538EBC-C156-5F4A-A875-1B390F92FCF1}" dt="2026-08-18T18:16:21.232" v="1866" actId="26606"/>
          <ac:spMkLst>
            <pc:docMk/>
            <pc:sldMk cId="1686242232" sldId="282"/>
            <ac:spMk id="3" creationId="{2DF2B5A8-B426-10CA-ABA0-BA773437B3AA}"/>
          </ac:spMkLst>
        </pc:spChg>
        <pc:spChg chg="add">
          <ac:chgData name="Boersen, J." userId="ef861617-4683-4769-89bf-8b2c6af074b4" providerId="ADAL" clId="{0D538EBC-C156-5F4A-A875-1B390F92FCF1}" dt="2026-08-18T18:16:21.232" v="1866" actId="26606"/>
          <ac:spMkLst>
            <pc:docMk/>
            <pc:sldMk cId="1686242232" sldId="282"/>
            <ac:spMk id="13" creationId="{DA1DAC79-DDBA-4382-9D43-6E5F685BE5FB}"/>
          </ac:spMkLst>
        </pc:spChg>
        <pc:spChg chg="add">
          <ac:chgData name="Boersen, J." userId="ef861617-4683-4769-89bf-8b2c6af074b4" providerId="ADAL" clId="{0D538EBC-C156-5F4A-A875-1B390F92FCF1}" dt="2026-08-18T18:16:21.232" v="1866" actId="26606"/>
          <ac:spMkLst>
            <pc:docMk/>
            <pc:sldMk cId="1686242232" sldId="282"/>
            <ac:spMk id="19" creationId="{6AACA73D-178F-4CFC-99E3-9F4FCBBDBA83}"/>
          </ac:spMkLst>
        </pc:spChg>
        <pc:picChg chg="add mod">
          <ac:chgData name="Boersen, J." userId="ef861617-4683-4769-89bf-8b2c6af074b4" providerId="ADAL" clId="{0D538EBC-C156-5F4A-A875-1B390F92FCF1}" dt="2026-08-18T18:16:21.232" v="1866" actId="26606"/>
          <ac:picMkLst>
            <pc:docMk/>
            <pc:sldMk cId="1686242232" sldId="282"/>
            <ac:picMk id="4" creationId="{DEB13689-4D6B-51B7-707C-97D40CA4206F}"/>
          </ac:picMkLst>
        </pc:picChg>
        <pc:picChg chg="add">
          <ac:chgData name="Boersen, J." userId="ef861617-4683-4769-89bf-8b2c6af074b4" providerId="ADAL" clId="{0D538EBC-C156-5F4A-A875-1B390F92FCF1}" dt="2026-08-18T18:16:21.232" v="1866" actId="26606"/>
          <ac:picMkLst>
            <pc:docMk/>
            <pc:sldMk cId="1686242232" sldId="282"/>
            <ac:picMk id="9" creationId="{5B89E5C5-A037-45B3-9D37-3658914D4799}"/>
          </ac:picMkLst>
        </pc:picChg>
        <pc:picChg chg="add">
          <ac:chgData name="Boersen, J." userId="ef861617-4683-4769-89bf-8b2c6af074b4" providerId="ADAL" clId="{0D538EBC-C156-5F4A-A875-1B390F92FCF1}" dt="2026-08-18T18:16:21.232" v="1866" actId="26606"/>
          <ac:picMkLst>
            <pc:docMk/>
            <pc:sldMk cId="1686242232" sldId="282"/>
            <ac:picMk id="11" creationId="{5ACB93B0-521E-443D-9750-AFCFDDB3E801}"/>
          </ac:picMkLst>
        </pc:picChg>
        <pc:picChg chg="add">
          <ac:chgData name="Boersen, J." userId="ef861617-4683-4769-89bf-8b2c6af074b4" providerId="ADAL" clId="{0D538EBC-C156-5F4A-A875-1B390F92FCF1}" dt="2026-08-18T18:16:21.232" v="1866" actId="26606"/>
          <ac:picMkLst>
            <pc:docMk/>
            <pc:sldMk cId="1686242232" sldId="282"/>
            <ac:picMk id="15" creationId="{E0880F10-995F-4F01-A83B-7ECDB7BE7905}"/>
          </ac:picMkLst>
        </pc:picChg>
        <pc:picChg chg="add">
          <ac:chgData name="Boersen, J." userId="ef861617-4683-4769-89bf-8b2c6af074b4" providerId="ADAL" clId="{0D538EBC-C156-5F4A-A875-1B390F92FCF1}" dt="2026-08-18T18:16:21.232" v="1866" actId="26606"/>
          <ac:picMkLst>
            <pc:docMk/>
            <pc:sldMk cId="1686242232" sldId="282"/>
            <ac:picMk id="17" creationId="{A2D49266-1F08-40F2-B0E1-1D919DCB5780}"/>
          </ac:picMkLst>
        </pc:picChg>
      </pc:sldChg>
      <pc:sldChg chg="addSp modSp add mod modAnim">
        <pc:chgData name="Boersen, J." userId="ef861617-4683-4769-89bf-8b2c6af074b4" providerId="ADAL" clId="{0D538EBC-C156-5F4A-A875-1B390F92FCF1}" dt="2026-08-19T07:35:23.561" v="1970"/>
        <pc:sldMkLst>
          <pc:docMk/>
          <pc:sldMk cId="4059800168" sldId="283"/>
        </pc:sldMkLst>
        <pc:spChg chg="mod">
          <ac:chgData name="Boersen, J." userId="ef861617-4683-4769-89bf-8b2c6af074b4" providerId="ADAL" clId="{0D538EBC-C156-5F4A-A875-1B390F92FCF1}" dt="2026-08-19T07:35:20.764" v="1969" actId="6549"/>
          <ac:spMkLst>
            <pc:docMk/>
            <pc:sldMk cId="4059800168" sldId="283"/>
            <ac:spMk id="3" creationId="{455D8AD8-0E2A-29C0-21B1-4002BC19A7F8}"/>
          </ac:spMkLst>
        </pc:spChg>
        <pc:picChg chg="add mod">
          <ac:chgData name="Boersen, J." userId="ef861617-4683-4769-89bf-8b2c6af074b4" providerId="ADAL" clId="{0D538EBC-C156-5F4A-A875-1B390F92FCF1}" dt="2026-08-19T07:35:23.561" v="1970"/>
          <ac:picMkLst>
            <pc:docMk/>
            <pc:sldMk cId="4059800168" sldId="283"/>
            <ac:picMk id="4" creationId="{27A345B7-C4B0-7EB4-78C1-B63A43695E0B}"/>
          </ac:picMkLst>
        </pc:picChg>
      </pc:sldChg>
      <pc:sldChg chg="modSp add mod">
        <pc:chgData name="Boersen, J." userId="ef861617-4683-4769-89bf-8b2c6af074b4" providerId="ADAL" clId="{0D538EBC-C156-5F4A-A875-1B390F92FCF1}" dt="2026-08-19T07:37:15.200" v="2008" actId="20577"/>
        <pc:sldMkLst>
          <pc:docMk/>
          <pc:sldMk cId="2171168574" sldId="284"/>
        </pc:sldMkLst>
        <pc:spChg chg="mod">
          <ac:chgData name="Boersen, J." userId="ef861617-4683-4769-89bf-8b2c6af074b4" providerId="ADAL" clId="{0D538EBC-C156-5F4A-A875-1B390F92FCF1}" dt="2026-08-19T07:37:15.200" v="2008" actId="20577"/>
          <ac:spMkLst>
            <pc:docMk/>
            <pc:sldMk cId="2171168574" sldId="284"/>
            <ac:spMk id="3" creationId="{71DB31A3-3C3B-74C5-1CBA-38F33B8C3493}"/>
          </ac:spMkLst>
        </pc:spChg>
      </pc:sldChg>
      <pc:sldChg chg="add del">
        <pc:chgData name="Boersen, J." userId="ef861617-4683-4769-89bf-8b2c6af074b4" providerId="ADAL" clId="{0D538EBC-C156-5F4A-A875-1B390F92FCF1}" dt="2026-08-19T07:37:24.271" v="2009" actId="2696"/>
        <pc:sldMkLst>
          <pc:docMk/>
          <pc:sldMk cId="1067762564" sldId="28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16B-0A2D-4D40-8E3D-43AE1AA7BD5D}" type="datetimeFigureOut">
              <a:rPr lang="nl-NL" smtClean="0"/>
              <a:t>16-08-2026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F4CB-9327-334D-90C2-DEAADA92374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1764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16B-0A2D-4D40-8E3D-43AE1AA7BD5D}" type="datetimeFigureOut">
              <a:rPr lang="nl-NL" smtClean="0"/>
              <a:t>16-08-2026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F4CB-9327-334D-90C2-DEAADA92374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39397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16B-0A2D-4D40-8E3D-43AE1AA7BD5D}" type="datetimeFigureOut">
              <a:rPr lang="nl-NL" smtClean="0"/>
              <a:t>16-08-2026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F4CB-9327-334D-90C2-DEAADA92374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6166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16B-0A2D-4D40-8E3D-43AE1AA7BD5D}" type="datetimeFigureOut">
              <a:rPr lang="nl-NL" smtClean="0"/>
              <a:t>16-08-2026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F4CB-9327-334D-90C2-DEAADA92374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06228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16B-0A2D-4D40-8E3D-43AE1AA7BD5D}" type="datetimeFigureOut">
              <a:rPr lang="nl-NL" smtClean="0"/>
              <a:t>16-08-2026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F4CB-9327-334D-90C2-DEAADA92374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53116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16B-0A2D-4D40-8E3D-43AE1AA7BD5D}" type="datetimeFigureOut">
              <a:rPr lang="nl-NL" smtClean="0"/>
              <a:t>16-08-2026</a:t>
            </a:fld>
            <a:endParaRPr lang="nl-NL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F4CB-9327-334D-90C2-DEAADA92374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7713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16B-0A2D-4D40-8E3D-43AE1AA7BD5D}" type="datetimeFigureOut">
              <a:rPr lang="nl-NL" smtClean="0"/>
              <a:t>16-08-2026</a:t>
            </a:fld>
            <a:endParaRPr lang="nl-NL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F4CB-9327-334D-90C2-DEAADA92374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3268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16B-0A2D-4D40-8E3D-43AE1AA7BD5D}" type="datetimeFigureOut">
              <a:rPr lang="nl-NL" smtClean="0"/>
              <a:t>16-08-2026</a:t>
            </a:fld>
            <a:endParaRPr lang="nl-NL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F4CB-9327-334D-90C2-DEAADA92374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02995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16B-0A2D-4D40-8E3D-43AE1AA7BD5D}" type="datetimeFigureOut">
              <a:rPr lang="nl-NL" smtClean="0"/>
              <a:t>16-08-2026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F4CB-9327-334D-90C2-DEAADA92374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8726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16B-0A2D-4D40-8E3D-43AE1AA7BD5D}" type="datetimeFigureOut">
              <a:rPr lang="nl-NL" smtClean="0"/>
              <a:t>16-08-2026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F4CB-9327-334D-90C2-DEAADA92374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26339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16B-0A2D-4D40-8E3D-43AE1AA7BD5D}" type="datetimeFigureOut">
              <a:rPr lang="nl-NL" smtClean="0"/>
              <a:t>16-08-2026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F4CB-9327-334D-90C2-DEAADA92374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82090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16B-0A2D-4D40-8E3D-43AE1AA7BD5D}" type="datetimeFigureOut">
              <a:rPr lang="nl-NL" smtClean="0"/>
              <a:t>16-08-2026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F4CB-9327-334D-90C2-DEAADA92374E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5005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16B-0A2D-4D40-8E3D-43AE1AA7BD5D}" type="datetimeFigureOut">
              <a:rPr lang="nl-NL" smtClean="0"/>
              <a:t>16-08-2026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F4CB-9327-334D-90C2-DEAADA92374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02382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16B-0A2D-4D40-8E3D-43AE1AA7BD5D}" type="datetimeFigureOut">
              <a:rPr lang="nl-NL" smtClean="0"/>
              <a:t>16-08-2026</a:t>
            </a:fld>
            <a:endParaRPr lang="nl-N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F4CB-9327-334D-90C2-DEAADA92374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0251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16B-0A2D-4D40-8E3D-43AE1AA7BD5D}" type="datetimeFigureOut">
              <a:rPr lang="nl-NL" smtClean="0"/>
              <a:t>16-08-2026</a:t>
            </a:fld>
            <a:endParaRPr lang="nl-N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F4CB-9327-334D-90C2-DEAADA92374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3428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16B-0A2D-4D40-8E3D-43AE1AA7BD5D}" type="datetimeFigureOut">
              <a:rPr lang="nl-NL" smtClean="0"/>
              <a:t>16-08-2026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F4CB-9327-334D-90C2-DEAADA92374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56034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16B-0A2D-4D40-8E3D-43AE1AA7BD5D}" type="datetimeFigureOut">
              <a:rPr lang="nl-NL" smtClean="0"/>
              <a:t>16-08-2026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F4CB-9327-334D-90C2-DEAADA92374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7297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45B316B-0A2D-4D40-8E3D-43AE1AA7BD5D}" type="datetimeFigureOut">
              <a:rPr lang="nl-NL" smtClean="0"/>
              <a:t>16-08-2026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5F4CB-9327-334D-90C2-DEAADA92374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557652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file:///upload.wikimedia.org/wikipedia/commons/c/c8/Dore_London.jpg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18364-4297-FEA6-0D46-077FF70A7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0486" y="1447800"/>
            <a:ext cx="10776857" cy="3329581"/>
          </a:xfrm>
        </p:spPr>
        <p:txBody>
          <a:bodyPr/>
          <a:lstStyle/>
          <a:p>
            <a:r>
              <a:rPr lang="nl-NL" dirty="0"/>
              <a:t>De industriële Revolutie </a:t>
            </a:r>
            <a:br>
              <a:rPr lang="nl-NL" dirty="0"/>
            </a:br>
            <a:r>
              <a:rPr lang="nl-NL" dirty="0"/>
              <a:t>in Engeland 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672D6B0-A5BC-9C29-ADCB-C046C0E14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486" y="4979490"/>
            <a:ext cx="8825658" cy="861420"/>
          </a:xfrm>
        </p:spPr>
        <p:txBody>
          <a:bodyPr/>
          <a:lstStyle/>
          <a:p>
            <a:r>
              <a:rPr lang="nl-NL" dirty="0"/>
              <a:t>J. Boersen</a:t>
            </a:r>
          </a:p>
        </p:txBody>
      </p:sp>
    </p:spTree>
    <p:extLst>
      <p:ext uri="{BB962C8B-B14F-4D97-AF65-F5344CB8AC3E}">
        <p14:creationId xmlns:p14="http://schemas.microsoft.com/office/powerpoint/2010/main" val="3472504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7A4ECD-FA4F-A883-DD6D-F07ECDCD3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169" y="452718"/>
            <a:ext cx="8946542" cy="795511"/>
          </a:xfrm>
        </p:spPr>
        <p:txBody>
          <a:bodyPr/>
          <a:lstStyle/>
          <a:p>
            <a:r>
              <a:rPr lang="nl-NL" dirty="0"/>
              <a:t>Doelen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DB28EEA-9275-D290-3D25-FB34644FB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169" y="1248229"/>
            <a:ext cx="11490819" cy="5432270"/>
          </a:xfrm>
        </p:spPr>
        <p:txBody>
          <a:bodyPr>
            <a:normAutofit/>
          </a:bodyPr>
          <a:lstStyle/>
          <a:p>
            <a:r>
              <a:rPr lang="nl-NL" dirty="0"/>
              <a:t>Je kan uitleggen wat er bedoeld wordt met:</a:t>
            </a:r>
          </a:p>
          <a:p>
            <a:pPr lvl="1"/>
            <a:r>
              <a:rPr lang="nl-NL" dirty="0"/>
              <a:t>De agrarische revolutie</a:t>
            </a:r>
          </a:p>
          <a:p>
            <a:pPr lvl="1"/>
            <a:r>
              <a:rPr lang="nl-NL" dirty="0"/>
              <a:t>De demografische revolutie </a:t>
            </a:r>
          </a:p>
          <a:p>
            <a:pPr lvl="1"/>
            <a:r>
              <a:rPr lang="nl-NL" dirty="0"/>
              <a:t>Huisnijverheid </a:t>
            </a:r>
          </a:p>
          <a:p>
            <a:pPr lvl="1"/>
            <a:r>
              <a:rPr lang="nl-NL" dirty="0"/>
              <a:t>Sociale kwestie </a:t>
            </a:r>
          </a:p>
          <a:p>
            <a:endParaRPr lang="nl-NL" dirty="0"/>
          </a:p>
          <a:p>
            <a:r>
              <a:rPr lang="nl-NL" dirty="0"/>
              <a:t>Je kan uitleggen hoe het komt dat de volgende gebeurtenissen plaatsvinden EN de gevolgen kunnen noemen van: </a:t>
            </a:r>
          </a:p>
          <a:p>
            <a:pPr lvl="1"/>
            <a:r>
              <a:rPr lang="nl-NL" dirty="0"/>
              <a:t>De agrarische revolutie</a:t>
            </a:r>
          </a:p>
          <a:p>
            <a:pPr lvl="1"/>
            <a:r>
              <a:rPr lang="nl-NL" dirty="0"/>
              <a:t>De demografische revolutie </a:t>
            </a:r>
          </a:p>
          <a:p>
            <a:pPr lvl="1"/>
            <a:r>
              <a:rPr lang="nl-NL" dirty="0"/>
              <a:t>De uitvinding van de spinning Jenny</a:t>
            </a:r>
          </a:p>
          <a:p>
            <a:pPr lvl="1"/>
            <a:r>
              <a:rPr lang="nl-NL" dirty="0"/>
              <a:t>De uitvinding van de stoommachine  </a:t>
            </a:r>
          </a:p>
          <a:p>
            <a:pPr lvl="1"/>
            <a:r>
              <a:rPr lang="nl-NL" dirty="0"/>
              <a:t>Sociale kwestie 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2812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B89E5C5-A037-45B3-9D37-3658914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CB93B0-521E-443D-9750-AFCFDDB3E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DA1DAC79-DDBA-4382-9D43-6E5F685B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5878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0880F10-995F-4F01-A83B-7ECDB7BE7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2D49266-1F08-40F2-B0E1-1D919DCB5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AACA73D-178F-4CFC-99E3-9F4FCBBDB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68098925-6318-4B47-FDDD-3D98DEFB5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 l="889" r="-1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066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0AF4BC-A600-B1DC-DA08-4A3296C73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05" y="441960"/>
            <a:ext cx="9209089" cy="780996"/>
          </a:xfrm>
        </p:spPr>
        <p:txBody>
          <a:bodyPr/>
          <a:lstStyle/>
          <a:p>
            <a:r>
              <a:rPr lang="nl-NL" dirty="0"/>
              <a:t>Agrarische revolutie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AE555AA-AF37-6A9F-7FE4-1682247E5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580" y="1331259"/>
            <a:ext cx="8946541" cy="4195481"/>
          </a:xfrm>
        </p:spPr>
        <p:txBody>
          <a:bodyPr/>
          <a:lstStyle/>
          <a:p>
            <a:r>
              <a:rPr lang="nl-NL" dirty="0"/>
              <a:t>Agrarisch = landbouw</a:t>
            </a:r>
          </a:p>
          <a:p>
            <a:pPr lvl="1"/>
            <a:r>
              <a:rPr lang="nl-NL" dirty="0"/>
              <a:t>Ontwikkelingen in de landbouw </a:t>
            </a:r>
          </a:p>
          <a:p>
            <a:pPr lvl="1"/>
            <a:r>
              <a:rPr lang="nl-NL" dirty="0"/>
              <a:t>Begin van alle ontwikkelingen </a:t>
            </a:r>
          </a:p>
          <a:p>
            <a:r>
              <a:rPr lang="nl-NL" dirty="0"/>
              <a:t>Verkopen van landbouwgrond </a:t>
            </a:r>
            <a:r>
              <a:rPr lang="nl-NL" dirty="0">
                <a:sym typeface="Wingdings" pitchFamily="2" charset="2"/>
              </a:rPr>
              <a:t> grote stukken grond</a:t>
            </a:r>
          </a:p>
          <a:p>
            <a:r>
              <a:rPr lang="nl-NL" dirty="0">
                <a:sym typeface="Wingdings" pitchFamily="2" charset="2"/>
              </a:rPr>
              <a:t>Verbetering in de landbouw</a:t>
            </a:r>
          </a:p>
          <a:p>
            <a:pPr lvl="1"/>
            <a:r>
              <a:rPr lang="nl-NL" dirty="0">
                <a:sym typeface="Wingdings" pitchFamily="2" charset="2"/>
              </a:rPr>
              <a:t>Mechanisatie in de landbouw</a:t>
            </a:r>
          </a:p>
          <a:p>
            <a:pPr lvl="1"/>
            <a:r>
              <a:rPr lang="nl-NL" dirty="0">
                <a:sym typeface="Wingdings" pitchFamily="2" charset="2"/>
              </a:rPr>
              <a:t>Gebruik van meer mest </a:t>
            </a:r>
          </a:p>
          <a:p>
            <a:pPr lvl="1"/>
            <a:r>
              <a:rPr lang="nl-NL" dirty="0">
                <a:sym typeface="Wingdings" pitchFamily="2" charset="2"/>
              </a:rPr>
              <a:t>Verbouwen van aardappels </a:t>
            </a:r>
          </a:p>
          <a:p>
            <a:r>
              <a:rPr lang="nl-NL" dirty="0">
                <a:sym typeface="Wingdings" pitchFamily="2" charset="2"/>
              </a:rPr>
              <a:t>Gevolg = meer opbrengst + eten 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94852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1367895-0507-00D1-BDB1-1FCFCF8CA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rgbClr val="EBEBEB"/>
                </a:solidFill>
              </a:rPr>
              <a:t>Demografische revolutie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nl-NL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188C76F9-3D1B-7E24-502B-750D07BB3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071" y="691577"/>
            <a:ext cx="5809773" cy="6036128"/>
          </a:xfrm>
          <a:prstGeom prst="rect">
            <a:avLst/>
          </a:prstGeom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AD4A841-C74C-09BA-480A-5AD60AA7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rgbClr val="EBEBEB"/>
                </a:solidFill>
              </a:rPr>
              <a:t>Demografie = bevolking</a:t>
            </a:r>
          </a:p>
          <a:p>
            <a:r>
              <a:rPr lang="nl-NL" dirty="0">
                <a:solidFill>
                  <a:srgbClr val="EBEBEB"/>
                </a:solidFill>
              </a:rPr>
              <a:t>Meer en beter eten +</a:t>
            </a:r>
          </a:p>
          <a:p>
            <a:r>
              <a:rPr lang="nl-NL" dirty="0">
                <a:solidFill>
                  <a:srgbClr val="EBEBEB"/>
                </a:solidFill>
              </a:rPr>
              <a:t>betere hygiëne </a:t>
            </a:r>
          </a:p>
          <a:p>
            <a:pPr marL="0" indent="0">
              <a:buNone/>
            </a:pPr>
            <a:endParaRPr lang="nl-NL" dirty="0">
              <a:solidFill>
                <a:srgbClr val="EBEBEB"/>
              </a:solidFill>
            </a:endParaRPr>
          </a:p>
          <a:p>
            <a:r>
              <a:rPr lang="nl-NL" dirty="0">
                <a:solidFill>
                  <a:srgbClr val="EBEBEB"/>
                </a:solidFill>
              </a:rPr>
              <a:t>= veel minder sterfte </a:t>
            </a:r>
          </a:p>
          <a:p>
            <a:endParaRPr lang="nl-NL" dirty="0">
              <a:solidFill>
                <a:srgbClr val="EBEBEB"/>
              </a:solidFill>
            </a:endParaRPr>
          </a:p>
          <a:p>
            <a:r>
              <a:rPr lang="nl-NL" dirty="0">
                <a:solidFill>
                  <a:srgbClr val="EBEBEB"/>
                </a:solidFill>
              </a:rPr>
              <a:t>DUS NIET: er werden veel meer mensen geboren! </a:t>
            </a:r>
          </a:p>
        </p:txBody>
      </p:sp>
    </p:spTree>
    <p:extLst>
      <p:ext uri="{BB962C8B-B14F-4D97-AF65-F5344CB8AC3E}">
        <p14:creationId xmlns:p14="http://schemas.microsoft.com/office/powerpoint/2010/main" val="2344314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C2B95-E924-4DEF-D4C6-816E47DDF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3650A1-5FA2-9331-12A4-B7D4A1C8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64" y="184088"/>
            <a:ext cx="9136518" cy="824539"/>
          </a:xfrm>
        </p:spPr>
        <p:txBody>
          <a:bodyPr/>
          <a:lstStyle/>
          <a:p>
            <a:r>
              <a:rPr lang="nl-NL" dirty="0"/>
              <a:t>huisnijverheid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3555F5A-B0DC-0BC9-73E7-7FD5BAF00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1" y="1008627"/>
            <a:ext cx="9266082" cy="4354401"/>
          </a:xfrm>
        </p:spPr>
        <p:txBody>
          <a:bodyPr/>
          <a:lstStyle/>
          <a:p>
            <a:r>
              <a:rPr lang="nl-NL" dirty="0"/>
              <a:t>Thuis werken voor een baas.</a:t>
            </a:r>
          </a:p>
          <a:p>
            <a:r>
              <a:rPr lang="nl-NL" dirty="0"/>
              <a:t>Op het platteland in de herfst en winter </a:t>
            </a:r>
          </a:p>
          <a:p>
            <a:r>
              <a:rPr lang="nl-NL" dirty="0"/>
              <a:t>Thuis spinnen en weven 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56FF2A8C-58E2-B14A-BE85-6C4C20CB6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715" y="2309927"/>
            <a:ext cx="8346285" cy="45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05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E207CE-7306-52FE-FF30-D107F4592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0773CB-8175-0A9F-0FC6-9FCD54C7C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398212"/>
            <a:ext cx="3566291" cy="128544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l-NL" sz="3600" dirty="0"/>
              <a:t>Eerste stappen in de revolutie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85DC1078-F1A1-B543-96A2-2A5943B2C3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20" r="22521" b="-1"/>
          <a:stretch>
            <a:fillRect/>
          </a:stretch>
        </p:blipFill>
        <p:spPr>
          <a:xfrm>
            <a:off x="4634680" y="10"/>
            <a:ext cx="756013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26E2FAE-FA60-497B-B2CB-7702C6FF3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A8E92DD-4CBE-796A-0A86-A66CC26DE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1843314"/>
            <a:ext cx="4533079" cy="4405085"/>
          </a:xfrm>
        </p:spPr>
        <p:txBody>
          <a:bodyPr>
            <a:normAutofit/>
          </a:bodyPr>
          <a:lstStyle/>
          <a:p>
            <a:r>
              <a:rPr lang="nl-NL" dirty="0"/>
              <a:t>Automatisch weefgetouw</a:t>
            </a:r>
          </a:p>
          <a:p>
            <a:r>
              <a:rPr lang="nl-NL" dirty="0"/>
              <a:t>Zorgt voor een gigantische vraag naar draden</a:t>
            </a:r>
          </a:p>
          <a:p>
            <a:r>
              <a:rPr lang="nl-NL" dirty="0"/>
              <a:t>Oplossing = de spinning Jenny  </a:t>
            </a:r>
          </a:p>
        </p:txBody>
      </p:sp>
    </p:spTree>
    <p:extLst>
      <p:ext uri="{BB962C8B-B14F-4D97-AF65-F5344CB8AC3E}">
        <p14:creationId xmlns:p14="http://schemas.microsoft.com/office/powerpoint/2010/main" val="3232457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25A07D79-B40C-E97F-0E7D-0C294F6C57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88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80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7E39C-23EB-3E93-5BC5-38DAC12C3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0CF744-68E2-6B23-8AB3-E69A8AA1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141" y="343008"/>
            <a:ext cx="9136518" cy="824539"/>
          </a:xfrm>
        </p:spPr>
        <p:txBody>
          <a:bodyPr/>
          <a:lstStyle/>
          <a:p>
            <a:r>
              <a:rPr lang="nl-NL" dirty="0"/>
              <a:t>Spinning Jenny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35526E8-B8D3-8694-0705-E62635F11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41" y="1167547"/>
            <a:ext cx="8946541" cy="4195481"/>
          </a:xfrm>
        </p:spPr>
        <p:txBody>
          <a:bodyPr/>
          <a:lstStyle/>
          <a:p>
            <a:r>
              <a:rPr lang="nl-NL" dirty="0"/>
              <a:t>Niet één draadje per keer </a:t>
            </a:r>
          </a:p>
          <a:p>
            <a:r>
              <a:rPr lang="nl-NL" dirty="0"/>
              <a:t>Maar soms wel 10 draden tegelijkertijd </a:t>
            </a:r>
          </a:p>
          <a:p>
            <a:r>
              <a:rPr lang="nl-NL" dirty="0"/>
              <a:t>Gevolg is een gigantische toename van stof  </a:t>
            </a:r>
          </a:p>
          <a:p>
            <a:r>
              <a:rPr lang="nl-NL" dirty="0"/>
              <a:t>Volgende stap is het verbeteren van de krachtbron 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48CCF9A3-3D65-DAAF-4866-D1F91E254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902" y="3015212"/>
            <a:ext cx="3762562" cy="3840068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ED7495DF-8ADB-7E56-91A1-B528B8DA2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014" y="3039546"/>
            <a:ext cx="4815787" cy="3815734"/>
          </a:xfrm>
          <a:prstGeom prst="rect">
            <a:avLst/>
          </a:prstGeom>
        </p:spPr>
      </p:pic>
      <p:sp>
        <p:nvSpPr>
          <p:cNvPr id="9" name="Pijl links 8">
            <a:extLst>
              <a:ext uri="{FF2B5EF4-FFF2-40B4-BE49-F238E27FC236}">
                <a16:creationId xmlns:a16="http://schemas.microsoft.com/office/drawing/2014/main" id="{11353D0F-19C6-F0E9-9007-005663BCDC24}"/>
              </a:ext>
            </a:extLst>
          </p:cNvPr>
          <p:cNvSpPr/>
          <p:nvPr/>
        </p:nvSpPr>
        <p:spPr>
          <a:xfrm>
            <a:off x="4782451" y="4049486"/>
            <a:ext cx="1891144" cy="15103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62981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6C99FCE3-9769-EA10-C70A-9955498119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88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333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C3713-1CAF-AC74-EF5D-3E2FBB814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BBAE7F-DC95-6E2D-3E2A-E5DD20155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141" y="343008"/>
            <a:ext cx="9136518" cy="824539"/>
          </a:xfrm>
        </p:spPr>
        <p:txBody>
          <a:bodyPr/>
          <a:lstStyle/>
          <a:p>
            <a:r>
              <a:rPr lang="nl-NL" dirty="0"/>
              <a:t>Waterrad 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47BFBFD-026C-36F0-621F-2270461AE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41" y="1167547"/>
            <a:ext cx="8946541" cy="4195481"/>
          </a:xfrm>
        </p:spPr>
        <p:txBody>
          <a:bodyPr/>
          <a:lstStyle/>
          <a:p>
            <a:r>
              <a:rPr lang="nl-NL" dirty="0"/>
              <a:t>Door het waterrad heb je veel meer kracht </a:t>
            </a:r>
          </a:p>
          <a:p>
            <a:r>
              <a:rPr lang="nl-NL" dirty="0"/>
              <a:t>Kan je meerdere Spinning Jenny’s aan elkaar koppelen.</a:t>
            </a:r>
          </a:p>
          <a:p>
            <a:r>
              <a:rPr lang="nl-NL" dirty="0"/>
              <a:t>Probleem = bij laag water draait hij niet goed meer. </a:t>
            </a:r>
          </a:p>
          <a:p>
            <a:r>
              <a:rPr lang="nl-NL" dirty="0"/>
              <a:t>Oplossing = </a:t>
            </a:r>
          </a:p>
          <a:p>
            <a:endParaRPr lang="nl-NL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CD543EE8-D1D6-E472-A001-B35FBC912C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8" b="-1"/>
          <a:stretch>
            <a:fillRect/>
          </a:stretch>
        </p:blipFill>
        <p:spPr>
          <a:xfrm>
            <a:off x="4833256" y="2718706"/>
            <a:ext cx="7358743" cy="413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19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5A0768F4-0999-5899-17A9-23F4CD71DB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88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88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B4D91-C60D-9F4B-9FBA-A383DA655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EC66A5-739C-66AC-9DB7-5F64492FE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141" y="343008"/>
            <a:ext cx="10203316" cy="824539"/>
          </a:xfrm>
        </p:spPr>
        <p:txBody>
          <a:bodyPr/>
          <a:lstStyle/>
          <a:p>
            <a:r>
              <a:rPr lang="nl-NL" dirty="0"/>
              <a:t>Gevolgen van de industriële revolutie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42F5B6F-EE2B-B617-C65D-D7A7B432A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41" y="1167547"/>
            <a:ext cx="9114745" cy="5690453"/>
          </a:xfrm>
        </p:spPr>
        <p:txBody>
          <a:bodyPr>
            <a:normAutofit/>
          </a:bodyPr>
          <a:lstStyle/>
          <a:p>
            <a:r>
              <a:rPr lang="nl-NL" dirty="0"/>
              <a:t>Gigantisch veel voedselproductie </a:t>
            </a:r>
          </a:p>
          <a:p>
            <a:r>
              <a:rPr lang="nl-NL" dirty="0"/>
              <a:t>Grote Bevolkingsgroei </a:t>
            </a:r>
          </a:p>
          <a:p>
            <a:r>
              <a:rPr lang="nl-NL" dirty="0"/>
              <a:t>Gigantische technologische ontwikkelingen </a:t>
            </a:r>
          </a:p>
          <a:p>
            <a:r>
              <a:rPr lang="nl-NL" dirty="0"/>
              <a:t>Veel meer aanbod van producten </a:t>
            </a:r>
            <a:r>
              <a:rPr lang="nl-NL" dirty="0">
                <a:sym typeface="Wingdings" pitchFamily="2" charset="2"/>
              </a:rPr>
              <a:t> daling van de prijs </a:t>
            </a:r>
          </a:p>
          <a:p>
            <a:r>
              <a:rPr lang="nl-NL" dirty="0"/>
              <a:t>Veel meer aanbod van arbeidskrachten </a:t>
            </a:r>
          </a:p>
          <a:p>
            <a:endParaRPr lang="nl-NL" dirty="0"/>
          </a:p>
          <a:p>
            <a:r>
              <a:rPr lang="nl-NL" dirty="0"/>
              <a:t>Urbanisatie</a:t>
            </a:r>
          </a:p>
        </p:txBody>
      </p:sp>
    </p:spTree>
    <p:extLst>
      <p:ext uri="{BB962C8B-B14F-4D97-AF65-F5344CB8AC3E}">
        <p14:creationId xmlns:p14="http://schemas.microsoft.com/office/powerpoint/2010/main" val="1569657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06BE68-EADA-4830-8473-08D870A72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11" y="109818"/>
            <a:ext cx="10221914" cy="737907"/>
          </a:xfrm>
        </p:spPr>
        <p:txBody>
          <a:bodyPr/>
          <a:lstStyle/>
          <a:p>
            <a:r>
              <a:rPr lang="nl-NL"/>
              <a:t>Gevolgen 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BBEF5B5-1B69-49B9-B59B-6B78003D6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812" y="847725"/>
            <a:ext cx="5518468" cy="6010275"/>
          </a:xfrm>
        </p:spPr>
        <p:txBody>
          <a:bodyPr>
            <a:normAutofit/>
          </a:bodyPr>
          <a:lstStyle/>
          <a:p>
            <a:r>
              <a:rPr lang="nl-NL" dirty="0"/>
              <a:t>Landbouw wordt minder belangrijk.</a:t>
            </a:r>
          </a:p>
          <a:p>
            <a:r>
              <a:rPr lang="nl-NL" dirty="0"/>
              <a:t>Mensen trekken van het platteland naar de steden </a:t>
            </a:r>
          </a:p>
          <a:p>
            <a:pPr lvl="1"/>
            <a:r>
              <a:rPr lang="nl-NL" dirty="0"/>
              <a:t>Urbanisatie </a:t>
            </a:r>
          </a:p>
          <a:p>
            <a:endParaRPr lang="nl-NL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9FE9916-4C2F-D597-7913-8AD7BBBAC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32631"/>
            <a:ext cx="12192000" cy="422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930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A2450-96FE-6E9E-35A0-78FD64991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657CDD-8034-1C23-829E-10CB3FFC9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11" y="109818"/>
            <a:ext cx="10221914" cy="737907"/>
          </a:xfrm>
        </p:spPr>
        <p:txBody>
          <a:bodyPr/>
          <a:lstStyle/>
          <a:p>
            <a:r>
              <a:rPr lang="nl-NL"/>
              <a:t>Gevolgen 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1DB31A3-3C3B-74C5-1CBA-38F33B8C3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812" y="1119468"/>
            <a:ext cx="5518468" cy="5738532"/>
          </a:xfrm>
        </p:spPr>
        <p:txBody>
          <a:bodyPr>
            <a:normAutofit/>
          </a:bodyPr>
          <a:lstStyle/>
          <a:p>
            <a:r>
              <a:rPr lang="nl-NL" dirty="0"/>
              <a:t> Ontstaan van fabrieken bij de mijnen</a:t>
            </a:r>
          </a:p>
          <a:p>
            <a:pPr lvl="1"/>
            <a:r>
              <a:rPr lang="nl-NL" dirty="0"/>
              <a:t>Steenkolen</a:t>
            </a:r>
          </a:p>
          <a:p>
            <a:pPr lvl="1"/>
            <a:r>
              <a:rPr lang="nl-NL" dirty="0"/>
              <a:t>IJzererts </a:t>
            </a:r>
          </a:p>
          <a:p>
            <a:endParaRPr lang="nl-NL" dirty="0"/>
          </a:p>
          <a:p>
            <a:r>
              <a:rPr lang="nl-NL" dirty="0"/>
              <a:t>Bij die fabrieken ontstaan steden.</a:t>
            </a:r>
          </a:p>
          <a:p>
            <a:pPr lvl="1"/>
            <a:r>
              <a:rPr lang="nl-NL" dirty="0"/>
              <a:t>Gezinnen gaan bij de fabrieken wonen</a:t>
            </a:r>
          </a:p>
          <a:p>
            <a:r>
              <a:rPr lang="nl-NL" dirty="0"/>
              <a:t>Ontstaan ambachten bij de woningen</a:t>
            </a:r>
          </a:p>
          <a:p>
            <a:pPr lvl="1"/>
            <a:r>
              <a:rPr lang="nl-NL" dirty="0"/>
              <a:t>Bakkers / slagers  </a:t>
            </a:r>
          </a:p>
          <a:p>
            <a:r>
              <a:rPr lang="nl-NL" dirty="0"/>
              <a:t>Dienstensector</a:t>
            </a:r>
          </a:p>
          <a:p>
            <a:pPr lvl="1"/>
            <a:r>
              <a:rPr lang="nl-NL" dirty="0"/>
              <a:t>Dokters / scholen / politie </a:t>
            </a:r>
          </a:p>
        </p:txBody>
      </p:sp>
      <p:pic>
        <p:nvPicPr>
          <p:cNvPr id="5" name="Picture 2" descr="Afbeelding met kaart&#10;&#10;Automatisch gegenereerde beschrijving">
            <a:extLst>
              <a:ext uri="{FF2B5EF4-FFF2-40B4-BE49-F238E27FC236}">
                <a16:creationId xmlns:a16="http://schemas.microsoft.com/office/drawing/2014/main" id="{1D568B48-CF92-3E4B-5DC5-4781AC28F4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17" t="18465" b="7522"/>
          <a:stretch/>
        </p:blipFill>
        <p:spPr bwMode="auto">
          <a:xfrm>
            <a:off x="5750560" y="10"/>
            <a:ext cx="644144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168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47EEE-5791-647A-5CFD-488B5D37F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6CAF63-3110-8EC6-AB32-C0E07FC05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141" y="343008"/>
            <a:ext cx="10203316" cy="824539"/>
          </a:xfrm>
        </p:spPr>
        <p:txBody>
          <a:bodyPr/>
          <a:lstStyle/>
          <a:p>
            <a:r>
              <a:rPr lang="nl-NL" dirty="0"/>
              <a:t>Gevolgen van de industriële revolutie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55D8AD8-0E2A-29C0-21B1-4002BC19A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41" y="1167547"/>
            <a:ext cx="9114745" cy="5690453"/>
          </a:xfrm>
        </p:spPr>
        <p:txBody>
          <a:bodyPr>
            <a:normAutofit/>
          </a:bodyPr>
          <a:lstStyle/>
          <a:p>
            <a:r>
              <a:rPr lang="nl-NL" dirty="0"/>
              <a:t>Werksituatie </a:t>
            </a:r>
          </a:p>
          <a:p>
            <a:pPr marL="0" indent="0">
              <a:buNone/>
            </a:pPr>
            <a:r>
              <a:rPr lang="nl-NL" dirty="0"/>
              <a:t> Heel veel aanbod van arbeid (werknemers) = </a:t>
            </a:r>
          </a:p>
          <a:p>
            <a:pPr lvl="1"/>
            <a:r>
              <a:rPr lang="nl-NL" dirty="0"/>
              <a:t>werkloosheid + onzekerheid voor werknemers </a:t>
            </a:r>
          </a:p>
          <a:p>
            <a:pPr lvl="1"/>
            <a:r>
              <a:rPr lang="nl-NL" dirty="0"/>
              <a:t>Lagere lonen </a:t>
            </a:r>
          </a:p>
          <a:p>
            <a:pPr lvl="2"/>
            <a:r>
              <a:rPr lang="nl-NL" dirty="0"/>
              <a:t>Kinderarbeid was nodig</a:t>
            </a:r>
          </a:p>
          <a:p>
            <a:r>
              <a:rPr lang="nl-NL" dirty="0"/>
              <a:t>Machines draaien dag en nacht </a:t>
            </a:r>
            <a:r>
              <a:rPr lang="nl-NL" dirty="0">
                <a:sym typeface="Wingdings" pitchFamily="2" charset="2"/>
              </a:rPr>
              <a:t> 12 </a:t>
            </a:r>
            <a:r>
              <a:rPr lang="nl-NL" dirty="0" err="1">
                <a:sym typeface="Wingdings" pitchFamily="2" charset="2"/>
              </a:rPr>
              <a:t>urige</a:t>
            </a:r>
            <a:r>
              <a:rPr lang="nl-NL" dirty="0">
                <a:sym typeface="Wingdings" pitchFamily="2" charset="2"/>
              </a:rPr>
              <a:t> werkdag</a:t>
            </a:r>
          </a:p>
          <a:p>
            <a:r>
              <a:rPr lang="nl-NL" dirty="0"/>
              <a:t>Slechte situatie in de fabrieken</a:t>
            </a:r>
          </a:p>
          <a:p>
            <a:endParaRPr lang="nl-NL" dirty="0"/>
          </a:p>
          <a:p>
            <a:r>
              <a:rPr lang="nl-NL" dirty="0"/>
              <a:t>Maar ook de woningen 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27A345B7-C4B0-7EB4-78C1-B63A43695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24" y="4124842"/>
            <a:ext cx="6048376" cy="2733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980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6E766E75-A1AE-E4B9-3490-2337141D9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522811"/>
            <a:ext cx="5134516" cy="3812377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8A1CE5F9-5673-9BCF-7FA6-C22D96B15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321" y="2039550"/>
            <a:ext cx="5134516" cy="276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23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el 1"/>
          <p:cNvSpPr>
            <a:spLocks noGrp="1"/>
          </p:cNvSpPr>
          <p:nvPr>
            <p:ph type="title"/>
          </p:nvPr>
        </p:nvSpPr>
        <p:spPr>
          <a:xfrm>
            <a:off x="1992313" y="0"/>
            <a:ext cx="8229600" cy="777875"/>
          </a:xfrm>
        </p:spPr>
        <p:txBody>
          <a:bodyPr/>
          <a:lstStyle/>
          <a:p>
            <a:pPr eaLnBrk="1" hangingPunct="1"/>
            <a:r>
              <a:rPr lang="nl-NL" altLang="nl-NL"/>
              <a:t>Sociale kwestie </a:t>
            </a:r>
          </a:p>
        </p:txBody>
      </p:sp>
      <p:sp>
        <p:nvSpPr>
          <p:cNvPr id="12291" name="Tijdelijke aanduiding voor inhoud 2"/>
          <p:cNvSpPr>
            <a:spLocks noGrp="1"/>
          </p:cNvSpPr>
          <p:nvPr>
            <p:ph idx="1"/>
          </p:nvPr>
        </p:nvSpPr>
        <p:spPr>
          <a:xfrm>
            <a:off x="209550" y="777875"/>
            <a:ext cx="10458450" cy="6080125"/>
          </a:xfrm>
        </p:spPr>
        <p:txBody>
          <a:bodyPr/>
          <a:lstStyle/>
          <a:p>
            <a:pPr eaLnBrk="1" hangingPunct="1"/>
            <a:r>
              <a:rPr lang="nl-NL" altLang="nl-NL" dirty="0"/>
              <a:t>Slechte omstandigheden waarin de </a:t>
            </a:r>
            <a:br>
              <a:rPr lang="nl-NL" altLang="nl-NL" dirty="0"/>
            </a:br>
            <a:r>
              <a:rPr lang="nl-NL" altLang="nl-NL" dirty="0"/>
              <a:t>arbeiders moeten leven.</a:t>
            </a:r>
          </a:p>
          <a:p>
            <a:pPr eaLnBrk="1" hangingPunct="1"/>
            <a:r>
              <a:rPr lang="nl-NL" altLang="nl-NL" dirty="0"/>
              <a:t>Te weinig tijd om huizen te bouwen, gevolgen:  </a:t>
            </a:r>
          </a:p>
          <a:p>
            <a:pPr eaLnBrk="1" hangingPunct="1"/>
            <a:r>
              <a:rPr lang="nl-NL" altLang="nl-NL" dirty="0"/>
              <a:t>De woning bestond uit: </a:t>
            </a:r>
          </a:p>
          <a:p>
            <a:pPr lvl="1" eaLnBrk="1" hangingPunct="1"/>
            <a:r>
              <a:rPr lang="nl-NL" altLang="nl-NL" dirty="0" err="1"/>
              <a:t>Één</a:t>
            </a:r>
            <a:r>
              <a:rPr lang="nl-NL" altLang="nl-NL" dirty="0"/>
              <a:t> kamer</a:t>
            </a:r>
          </a:p>
          <a:p>
            <a:pPr lvl="1" eaLnBrk="1" hangingPunct="1"/>
            <a:r>
              <a:rPr lang="nl-NL" altLang="nl-NL" dirty="0"/>
              <a:t>Geen riolering of toilet </a:t>
            </a:r>
          </a:p>
          <a:p>
            <a:pPr lvl="1" eaLnBrk="1" hangingPunct="1"/>
            <a:r>
              <a:rPr lang="nl-NL" altLang="nl-NL" dirty="0"/>
              <a:t>Soms geen bedden</a:t>
            </a:r>
          </a:p>
          <a:p>
            <a:pPr lvl="1" eaLnBrk="1" hangingPunct="1"/>
            <a:r>
              <a:rPr lang="nl-NL" altLang="nl-NL" dirty="0"/>
              <a:t>Geen ramen!</a:t>
            </a:r>
          </a:p>
          <a:p>
            <a:pPr lvl="1" eaLnBrk="1" hangingPunct="1"/>
            <a:r>
              <a:rPr lang="nl-NL" altLang="nl-NL" dirty="0"/>
              <a:t>Ziektes (cholera en tyfus)</a:t>
            </a:r>
          </a:p>
          <a:p>
            <a:pPr eaLnBrk="1" hangingPunct="1"/>
            <a:endParaRPr lang="nl-NL" altLang="nl-NL" dirty="0"/>
          </a:p>
          <a:p>
            <a:pPr eaLnBrk="1" hangingPunct="1"/>
            <a:endParaRPr lang="nl-NL" altLang="nl-NL" dirty="0"/>
          </a:p>
        </p:txBody>
      </p:sp>
      <p:pic>
        <p:nvPicPr>
          <p:cNvPr id="12292" name="Picture 2" descr="File:Dore London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4698" y="-18791"/>
            <a:ext cx="5073020" cy="4143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B89E5C5-A037-45B3-9D37-3658914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CB93B0-521E-443D-9750-AFCFDDB3E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DA1DAC79-DDBA-4382-9D43-6E5F685B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5878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880F10-995F-4F01-A83B-7ECDB7BE7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2D49266-1F08-40F2-B0E1-1D919DCB5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AACA73D-178F-4CFC-99E3-9F4FCBBDB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pic>
        <p:nvPicPr>
          <p:cNvPr id="4" name="Tijdelijke aanduiding voor inhoud 3">
            <a:extLst>
              <a:ext uri="{FF2B5EF4-FFF2-40B4-BE49-F238E27FC236}">
                <a16:creationId xmlns:a16="http://schemas.microsoft.com/office/drawing/2014/main" id="{CAA589A8-57E1-9BD4-2E32-85CBD5D70B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 r="888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87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B89E5C5-A037-45B3-9D37-3658914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CB93B0-521E-443D-9750-AFCFDDB3E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DA1DAC79-DDBA-4382-9D43-6E5F685B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5878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880F10-995F-4F01-A83B-7ECDB7BE7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2D49266-1F08-40F2-B0E1-1D919DCB5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AACA73D-178F-4CFC-99E3-9F4FCBBDB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pic>
        <p:nvPicPr>
          <p:cNvPr id="4" name="Tijdelijke aanduiding voor inhoud 3">
            <a:extLst>
              <a:ext uri="{FF2B5EF4-FFF2-40B4-BE49-F238E27FC236}">
                <a16:creationId xmlns:a16="http://schemas.microsoft.com/office/drawing/2014/main" id="{9BB8C690-9994-F290-A3AD-A21DA0705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 l="889" r="-1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366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B89E5C5-A037-45B3-9D37-3658914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CB93B0-521E-443D-9750-AFCFDDB3E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DA1DAC79-DDBA-4382-9D43-6E5F685B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5878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880F10-995F-4F01-A83B-7ECDB7BE7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2D49266-1F08-40F2-B0E1-1D919DCB5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AACA73D-178F-4CFC-99E3-9F4FCBBDB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pic>
        <p:nvPicPr>
          <p:cNvPr id="4" name="Tijdelijke aanduiding voor inhoud 3">
            <a:extLst>
              <a:ext uri="{FF2B5EF4-FFF2-40B4-BE49-F238E27FC236}">
                <a16:creationId xmlns:a16="http://schemas.microsoft.com/office/drawing/2014/main" id="{DEB13689-4D6B-51B7-707C-97D40CA420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 l="889" r="-1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422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3887</TotalTime>
  <Words>397</Words>
  <Application>Microsoft Macintosh PowerPoint</Application>
  <PresentationFormat>Breedbeeld</PresentationFormat>
  <Paragraphs>93</Paragraphs>
  <Slides>21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21</vt:i4>
      </vt:variant>
    </vt:vector>
  </HeadingPairs>
  <TitlesOfParts>
    <vt:vector size="26" baseType="lpstr">
      <vt:lpstr>Arial</vt:lpstr>
      <vt:lpstr>Century Gothic</vt:lpstr>
      <vt:lpstr>Wingdings</vt:lpstr>
      <vt:lpstr>Wingdings 3</vt:lpstr>
      <vt:lpstr>Ion</vt:lpstr>
      <vt:lpstr>De industriële Revolutie  in Engeland </vt:lpstr>
      <vt:lpstr>Doelen </vt:lpstr>
      <vt:lpstr>PowerPoint-presentatie</vt:lpstr>
      <vt:lpstr>Agrarische revolutie </vt:lpstr>
      <vt:lpstr>Demografische revolutie</vt:lpstr>
      <vt:lpstr>huisnijverheid</vt:lpstr>
      <vt:lpstr>Eerste stappen in de revolutie</vt:lpstr>
      <vt:lpstr>PowerPoint-presentatie</vt:lpstr>
      <vt:lpstr>Spinning Jenny </vt:lpstr>
      <vt:lpstr>PowerPoint-presentatie</vt:lpstr>
      <vt:lpstr>Waterrad  </vt:lpstr>
      <vt:lpstr>PowerPoint-presentatie</vt:lpstr>
      <vt:lpstr>Gevolgen van de industriële revolutie</vt:lpstr>
      <vt:lpstr>Gevolgen </vt:lpstr>
      <vt:lpstr>Gevolgen </vt:lpstr>
      <vt:lpstr>Gevolgen van de industriële revolutie</vt:lpstr>
      <vt:lpstr>PowerPoint-presentatie</vt:lpstr>
      <vt:lpstr>Sociale kwestie 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Boersen, J.</dc:creator>
  <cp:lastModifiedBy>Boersen, J.</cp:lastModifiedBy>
  <cp:revision>1</cp:revision>
  <dcterms:created xsi:type="dcterms:W3CDTF">2026-08-16T14:49:36Z</dcterms:created>
  <dcterms:modified xsi:type="dcterms:W3CDTF">2026-08-19T07:37:31Z</dcterms:modified>
</cp:coreProperties>
</file>