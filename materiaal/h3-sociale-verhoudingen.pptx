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3" r:id="rId3"/>
    <p:sldId id="257" r:id="rId4"/>
    <p:sldId id="258" r:id="rId5"/>
    <p:sldId id="268" r:id="rId6"/>
    <p:sldId id="259" r:id="rId7"/>
    <p:sldId id="261" r:id="rId8"/>
    <p:sldId id="269" r:id="rId9"/>
    <p:sldId id="260" r:id="rId10"/>
    <p:sldId id="270" r:id="rId11"/>
    <p:sldId id="262" r:id="rId12"/>
    <p:sldId id="272" r:id="rId13"/>
    <p:sldId id="264" r:id="rId14"/>
    <p:sldId id="273" r:id="rId15"/>
    <p:sldId id="274" r:id="rId16"/>
    <p:sldId id="275" r:id="rId17"/>
    <p:sldId id="265" r:id="rId18"/>
    <p:sldId id="285" r:id="rId19"/>
    <p:sldId id="276" r:id="rId20"/>
    <p:sldId id="278" r:id="rId21"/>
    <p:sldId id="279" r:id="rId22"/>
    <p:sldId id="280" r:id="rId23"/>
    <p:sldId id="283" r:id="rId24"/>
    <p:sldId id="266" r:id="rId25"/>
    <p:sldId id="267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46FDB-E3AC-6545-89B4-9BF237585073}" v="15" dt="2026-09-10T07:47:45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4"/>
    <p:restoredTop sz="94613"/>
  </p:normalViewPr>
  <p:slideViewPr>
    <p:cSldViewPr snapToGrid="0">
      <p:cViewPr varScale="1">
        <p:scale>
          <a:sx n="119" d="100"/>
          <a:sy n="119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ersen, J." userId="ef861617-4683-4769-89bf-8b2c6af074b4" providerId="ADAL" clId="{0D538EBC-C156-5F4A-A875-1B390F92FCF1}"/>
    <pc:docChg chg="undo custSel addSld delSld modSld">
      <pc:chgData name="Boersen, J." userId="ef861617-4683-4769-89bf-8b2c6af074b4" providerId="ADAL" clId="{0D538EBC-C156-5F4A-A875-1B390F92FCF1}" dt="2026-09-10T07:47:45.336" v="2871"/>
      <pc:docMkLst>
        <pc:docMk/>
      </pc:docMkLst>
      <pc:sldChg chg="modAnim">
        <pc:chgData name="Boersen, J." userId="ef861617-4683-4769-89bf-8b2c6af074b4" providerId="ADAL" clId="{0D538EBC-C156-5F4A-A875-1B390F92FCF1}" dt="2026-09-03T09:46:23.902" v="2"/>
        <pc:sldMkLst>
          <pc:docMk/>
          <pc:sldMk cId="4129725471" sldId="257"/>
        </pc:sldMkLst>
      </pc:sldChg>
      <pc:sldChg chg="modSp mod modAnim">
        <pc:chgData name="Boersen, J." userId="ef861617-4683-4769-89bf-8b2c6af074b4" providerId="ADAL" clId="{0D538EBC-C156-5F4A-A875-1B390F92FCF1}" dt="2026-09-07T10:29:10.425" v="1785" actId="6549"/>
        <pc:sldMkLst>
          <pc:docMk/>
          <pc:sldMk cId="34586343" sldId="258"/>
        </pc:sldMkLst>
        <pc:spChg chg="mod">
          <ac:chgData name="Boersen, J." userId="ef861617-4683-4769-89bf-8b2c6af074b4" providerId="ADAL" clId="{0D538EBC-C156-5F4A-A875-1B390F92FCF1}" dt="2026-09-07T10:29:10.425" v="1785" actId="6549"/>
          <ac:spMkLst>
            <pc:docMk/>
            <pc:sldMk cId="34586343" sldId="258"/>
            <ac:spMk id="3" creationId="{406E3234-11C0-F5D4-E232-62DF7D2FE4F5}"/>
          </ac:spMkLst>
        </pc:spChg>
      </pc:sldChg>
      <pc:sldChg chg="modSp mod modAnim">
        <pc:chgData name="Boersen, J." userId="ef861617-4683-4769-89bf-8b2c6af074b4" providerId="ADAL" clId="{0D538EBC-C156-5F4A-A875-1B390F92FCF1}" dt="2026-09-07T10:30:45.677" v="1797" actId="5793"/>
        <pc:sldMkLst>
          <pc:docMk/>
          <pc:sldMk cId="3719072775" sldId="260"/>
        </pc:sldMkLst>
        <pc:spChg chg="mod">
          <ac:chgData name="Boersen, J." userId="ef861617-4683-4769-89bf-8b2c6af074b4" providerId="ADAL" clId="{0D538EBC-C156-5F4A-A875-1B390F92FCF1}" dt="2026-09-07T10:30:45.677" v="1797" actId="5793"/>
          <ac:spMkLst>
            <pc:docMk/>
            <pc:sldMk cId="3719072775" sldId="260"/>
            <ac:spMk id="3" creationId="{79B6CBFD-28CF-0998-9A96-833317DCB61F}"/>
          </ac:spMkLst>
        </pc:spChg>
      </pc:sldChg>
      <pc:sldChg chg="modSp mod modAnim">
        <pc:chgData name="Boersen, J." userId="ef861617-4683-4769-89bf-8b2c6af074b4" providerId="ADAL" clId="{0D538EBC-C156-5F4A-A875-1B390F92FCF1}" dt="2026-09-07T10:30:04.732" v="1790" actId="5793"/>
        <pc:sldMkLst>
          <pc:docMk/>
          <pc:sldMk cId="83495595" sldId="261"/>
        </pc:sldMkLst>
        <pc:spChg chg="mod">
          <ac:chgData name="Boersen, J." userId="ef861617-4683-4769-89bf-8b2c6af074b4" providerId="ADAL" clId="{0D538EBC-C156-5F4A-A875-1B390F92FCF1}" dt="2026-09-07T10:30:04.732" v="1790" actId="5793"/>
          <ac:spMkLst>
            <pc:docMk/>
            <pc:sldMk cId="83495595" sldId="261"/>
            <ac:spMk id="3" creationId="{4355C054-09A5-53B9-70AB-4812EA136539}"/>
          </ac:spMkLst>
        </pc:spChg>
      </pc:sldChg>
      <pc:sldChg chg="modSp mod">
        <pc:chgData name="Boersen, J." userId="ef861617-4683-4769-89bf-8b2c6af074b4" providerId="ADAL" clId="{0D538EBC-C156-5F4A-A875-1B390F92FCF1}" dt="2026-09-07T10:32:26.672" v="1889" actId="6549"/>
        <pc:sldMkLst>
          <pc:docMk/>
          <pc:sldMk cId="329290008" sldId="262"/>
        </pc:sldMkLst>
        <pc:spChg chg="mod">
          <ac:chgData name="Boersen, J." userId="ef861617-4683-4769-89bf-8b2c6af074b4" providerId="ADAL" clId="{0D538EBC-C156-5F4A-A875-1B390F92FCF1}" dt="2026-09-07T10:32:26.672" v="1889" actId="6549"/>
          <ac:spMkLst>
            <pc:docMk/>
            <pc:sldMk cId="329290008" sldId="262"/>
            <ac:spMk id="3" creationId="{ACA87481-8E92-FD8B-8031-3772C8862F86}"/>
          </ac:spMkLst>
        </pc:spChg>
      </pc:sldChg>
      <pc:sldChg chg="modSp mod">
        <pc:chgData name="Boersen, J." userId="ef861617-4683-4769-89bf-8b2c6af074b4" providerId="ADAL" clId="{0D538EBC-C156-5F4A-A875-1B390F92FCF1}" dt="2026-09-07T10:33:59.811" v="1914" actId="6549"/>
        <pc:sldMkLst>
          <pc:docMk/>
          <pc:sldMk cId="2447823761" sldId="264"/>
        </pc:sldMkLst>
        <pc:spChg chg="mod">
          <ac:chgData name="Boersen, J." userId="ef861617-4683-4769-89bf-8b2c6af074b4" providerId="ADAL" clId="{0D538EBC-C156-5F4A-A875-1B390F92FCF1}" dt="2026-09-07T10:07:53.451" v="32" actId="20577"/>
          <ac:spMkLst>
            <pc:docMk/>
            <pc:sldMk cId="2447823761" sldId="264"/>
            <ac:spMk id="2" creationId="{21AEF91F-5C8A-E88B-B569-E1A8DAD0730E}"/>
          </ac:spMkLst>
        </pc:spChg>
        <pc:spChg chg="mod">
          <ac:chgData name="Boersen, J." userId="ef861617-4683-4769-89bf-8b2c6af074b4" providerId="ADAL" clId="{0D538EBC-C156-5F4A-A875-1B390F92FCF1}" dt="2026-09-07T10:33:59.811" v="1914" actId="6549"/>
          <ac:spMkLst>
            <pc:docMk/>
            <pc:sldMk cId="2447823761" sldId="264"/>
            <ac:spMk id="3" creationId="{419A9B72-2AE5-5547-5D95-DBBA23789B68}"/>
          </ac:spMkLst>
        </pc:spChg>
      </pc:sldChg>
      <pc:sldChg chg="modSp add mod">
        <pc:chgData name="Boersen, J." userId="ef861617-4683-4769-89bf-8b2c6af074b4" providerId="ADAL" clId="{0D538EBC-C156-5F4A-A875-1B390F92FCF1}" dt="2026-09-10T07:47:11.331" v="2815" actId="20577"/>
        <pc:sldMkLst>
          <pc:docMk/>
          <pc:sldMk cId="3870605354" sldId="265"/>
        </pc:sldMkLst>
        <pc:spChg chg="mod">
          <ac:chgData name="Boersen, J." userId="ef861617-4683-4769-89bf-8b2c6af074b4" providerId="ADAL" clId="{0D538EBC-C156-5F4A-A875-1B390F92FCF1}" dt="2026-09-10T07:26:01.760" v="2403"/>
          <ac:spMkLst>
            <pc:docMk/>
            <pc:sldMk cId="3870605354" sldId="265"/>
            <ac:spMk id="2" creationId="{0B3A8E6C-0AF1-C922-D3E9-C3723547445D}"/>
          </ac:spMkLst>
        </pc:spChg>
        <pc:spChg chg="mod">
          <ac:chgData name="Boersen, J." userId="ef861617-4683-4769-89bf-8b2c6af074b4" providerId="ADAL" clId="{0D538EBC-C156-5F4A-A875-1B390F92FCF1}" dt="2026-09-10T07:47:11.331" v="2815" actId="20577"/>
          <ac:spMkLst>
            <pc:docMk/>
            <pc:sldMk cId="3870605354" sldId="265"/>
            <ac:spMk id="3" creationId="{A0FC3595-483F-1F2F-B2FE-16DF3A098FFD}"/>
          </ac:spMkLst>
        </pc:spChg>
      </pc:sldChg>
      <pc:sldChg chg="modSp add mod">
        <pc:chgData name="Boersen, J." userId="ef861617-4683-4769-89bf-8b2c6af074b4" providerId="ADAL" clId="{0D538EBC-C156-5F4A-A875-1B390F92FCF1}" dt="2026-09-10T07:25:17.011" v="2375" actId="20577"/>
        <pc:sldMkLst>
          <pc:docMk/>
          <pc:sldMk cId="2760770205" sldId="266"/>
        </pc:sldMkLst>
        <pc:spChg chg="mod">
          <ac:chgData name="Boersen, J." userId="ef861617-4683-4769-89bf-8b2c6af074b4" providerId="ADAL" clId="{0D538EBC-C156-5F4A-A875-1B390F92FCF1}" dt="2026-09-10T07:25:17.011" v="2375" actId="20577"/>
          <ac:spMkLst>
            <pc:docMk/>
            <pc:sldMk cId="2760770205" sldId="266"/>
            <ac:spMk id="2" creationId="{D5AB66CE-E50F-BCDC-2093-1153063878AB}"/>
          </ac:spMkLst>
        </pc:spChg>
        <pc:spChg chg="mod">
          <ac:chgData name="Boersen, J." userId="ef861617-4683-4769-89bf-8b2c6af074b4" providerId="ADAL" clId="{0D538EBC-C156-5F4A-A875-1B390F92FCF1}" dt="2026-09-07T10:41:21.475" v="2262" actId="15"/>
          <ac:spMkLst>
            <pc:docMk/>
            <pc:sldMk cId="2760770205" sldId="266"/>
            <ac:spMk id="3" creationId="{453B9FDD-9B27-6368-F976-8503503B0AE7}"/>
          </ac:spMkLst>
        </pc:spChg>
      </pc:sldChg>
      <pc:sldChg chg="addSp delSp modSp add mod setBg">
        <pc:chgData name="Boersen, J." userId="ef861617-4683-4769-89bf-8b2c6af074b4" providerId="ADAL" clId="{0D538EBC-C156-5F4A-A875-1B390F92FCF1}" dt="2026-09-10T07:39:55.506" v="2641" actId="20577"/>
        <pc:sldMkLst>
          <pc:docMk/>
          <pc:sldMk cId="1724122214" sldId="267"/>
        </pc:sldMkLst>
        <pc:spChg chg="mod">
          <ac:chgData name="Boersen, J." userId="ef861617-4683-4769-89bf-8b2c6af074b4" providerId="ADAL" clId="{0D538EBC-C156-5F4A-A875-1B390F92FCF1}" dt="2026-09-10T07:34:38.946" v="2481" actId="26606"/>
          <ac:spMkLst>
            <pc:docMk/>
            <pc:sldMk cId="1724122214" sldId="267"/>
            <ac:spMk id="2" creationId="{09400BC6-2A23-0C8A-01B4-BEEFEF56F196}"/>
          </ac:spMkLst>
        </pc:spChg>
        <pc:spChg chg="mod ord">
          <ac:chgData name="Boersen, J." userId="ef861617-4683-4769-89bf-8b2c6af074b4" providerId="ADAL" clId="{0D538EBC-C156-5F4A-A875-1B390F92FCF1}" dt="2026-09-10T07:39:55.506" v="2641" actId="20577"/>
          <ac:spMkLst>
            <pc:docMk/>
            <pc:sldMk cId="1724122214" sldId="267"/>
            <ac:spMk id="3" creationId="{8E48CD77-0AC6-1FF6-F6CD-4D0EAB3AFBBD}"/>
          </ac:spMkLst>
        </pc:spChg>
        <pc:spChg chg="add del">
          <ac:chgData name="Boersen, J." userId="ef861617-4683-4769-89bf-8b2c6af074b4" providerId="ADAL" clId="{0D538EBC-C156-5F4A-A875-1B390F92FCF1}" dt="2026-09-10T07:34:38.946" v="2481" actId="26606"/>
          <ac:spMkLst>
            <pc:docMk/>
            <pc:sldMk cId="1724122214" sldId="267"/>
            <ac:spMk id="9" creationId="{C8A3C342-1D03-412F-8DD3-BF519E8E0AE9}"/>
          </ac:spMkLst>
        </pc:spChg>
        <pc:spChg chg="add del">
          <ac:chgData name="Boersen, J." userId="ef861617-4683-4769-89bf-8b2c6af074b4" providerId="ADAL" clId="{0D538EBC-C156-5F4A-A875-1B390F92FCF1}" dt="2026-09-10T07:34:38.946" v="2481" actId="26606"/>
          <ac:spMkLst>
            <pc:docMk/>
            <pc:sldMk cId="1724122214" sldId="267"/>
            <ac:spMk id="11" creationId="{81CC9B02-E087-4350-AEBD-2C3CF001AF01}"/>
          </ac:spMkLst>
        </pc:spChg>
        <pc:spChg chg="add">
          <ac:chgData name="Boersen, J." userId="ef861617-4683-4769-89bf-8b2c6af074b4" providerId="ADAL" clId="{0D538EBC-C156-5F4A-A875-1B390F92FCF1}" dt="2026-09-10T07:34:38.946" v="2481" actId="26606"/>
          <ac:spMkLst>
            <pc:docMk/>
            <pc:sldMk cId="1724122214" sldId="267"/>
            <ac:spMk id="16" creationId="{C4FC9395-363F-4303-9B88-F5B9F15A2627}"/>
          </ac:spMkLst>
        </pc:spChg>
        <pc:picChg chg="add mod">
          <ac:chgData name="Boersen, J." userId="ef861617-4683-4769-89bf-8b2c6af074b4" providerId="ADAL" clId="{0D538EBC-C156-5F4A-A875-1B390F92FCF1}" dt="2026-09-10T07:34:45.784" v="2482" actId="170"/>
          <ac:picMkLst>
            <pc:docMk/>
            <pc:sldMk cId="1724122214" sldId="267"/>
            <ac:picMk id="4" creationId="{70905C22-A521-8D01-7EF9-90A7EC1A3297}"/>
          </ac:picMkLst>
        </pc:picChg>
        <pc:picChg chg="add mod">
          <ac:chgData name="Boersen, J." userId="ef861617-4683-4769-89bf-8b2c6af074b4" providerId="ADAL" clId="{0D538EBC-C156-5F4A-A875-1B390F92FCF1}" dt="2026-09-10T07:34:38.946" v="2481" actId="26606"/>
          <ac:picMkLst>
            <pc:docMk/>
            <pc:sldMk cId="1724122214" sldId="267"/>
            <ac:picMk id="5" creationId="{D2F538FC-604D-D9FF-10BD-9A0713BB44B0}"/>
          </ac:picMkLst>
        </pc:picChg>
      </pc:sldChg>
      <pc:sldChg chg="modSp add modAnim">
        <pc:chgData name="Boersen, J." userId="ef861617-4683-4769-89bf-8b2c6af074b4" providerId="ADAL" clId="{0D538EBC-C156-5F4A-A875-1B390F92FCF1}" dt="2026-09-07T10:29:14.784" v="1787" actId="6549"/>
        <pc:sldMkLst>
          <pc:docMk/>
          <pc:sldMk cId="1270870199" sldId="268"/>
        </pc:sldMkLst>
        <pc:spChg chg="mod">
          <ac:chgData name="Boersen, J." userId="ef861617-4683-4769-89bf-8b2c6af074b4" providerId="ADAL" clId="{0D538EBC-C156-5F4A-A875-1B390F92FCF1}" dt="2026-09-07T10:29:14.784" v="1787" actId="6549"/>
          <ac:spMkLst>
            <pc:docMk/>
            <pc:sldMk cId="1270870199" sldId="268"/>
            <ac:spMk id="3" creationId="{E6F25318-B4C8-BED7-9D1A-3FD66804F0E4}"/>
          </ac:spMkLst>
        </pc:spChg>
      </pc:sldChg>
      <pc:sldChg chg="modSp add modAnim">
        <pc:chgData name="Boersen, J." userId="ef861617-4683-4769-89bf-8b2c6af074b4" providerId="ADAL" clId="{0D538EBC-C156-5F4A-A875-1B390F92FCF1}" dt="2026-09-07T10:30:22.670" v="1792" actId="6549"/>
        <pc:sldMkLst>
          <pc:docMk/>
          <pc:sldMk cId="344500617" sldId="269"/>
        </pc:sldMkLst>
        <pc:spChg chg="mod">
          <ac:chgData name="Boersen, J." userId="ef861617-4683-4769-89bf-8b2c6af074b4" providerId="ADAL" clId="{0D538EBC-C156-5F4A-A875-1B390F92FCF1}" dt="2026-09-07T10:30:22.670" v="1792" actId="6549"/>
          <ac:spMkLst>
            <pc:docMk/>
            <pc:sldMk cId="344500617" sldId="269"/>
            <ac:spMk id="3" creationId="{1BFA797D-6CDB-9D67-2F4F-1283BE8CA9C3}"/>
          </ac:spMkLst>
        </pc:spChg>
      </pc:sldChg>
      <pc:sldChg chg="modSp add modAnim">
        <pc:chgData name="Boersen, J." userId="ef861617-4683-4769-89bf-8b2c6af074b4" providerId="ADAL" clId="{0D538EBC-C156-5F4A-A875-1B390F92FCF1}" dt="2026-09-07T10:42:47.757" v="2317" actId="6549"/>
        <pc:sldMkLst>
          <pc:docMk/>
          <pc:sldMk cId="2665440556" sldId="270"/>
        </pc:sldMkLst>
        <pc:spChg chg="mod">
          <ac:chgData name="Boersen, J." userId="ef861617-4683-4769-89bf-8b2c6af074b4" providerId="ADAL" clId="{0D538EBC-C156-5F4A-A875-1B390F92FCF1}" dt="2026-09-07T10:42:47.757" v="2317" actId="6549"/>
          <ac:spMkLst>
            <pc:docMk/>
            <pc:sldMk cId="2665440556" sldId="270"/>
            <ac:spMk id="3" creationId="{7B339BBF-D0B9-5067-0B4F-B695F3EC0F4F}"/>
          </ac:spMkLst>
        </pc:spChg>
      </pc:sldChg>
      <pc:sldChg chg="modSp add mod">
        <pc:chgData name="Boersen, J." userId="ef861617-4683-4769-89bf-8b2c6af074b4" providerId="ADAL" clId="{0D538EBC-C156-5F4A-A875-1B390F92FCF1}" dt="2026-09-07T10:32:53.450" v="1908" actId="14"/>
        <pc:sldMkLst>
          <pc:docMk/>
          <pc:sldMk cId="4270074860" sldId="272"/>
        </pc:sldMkLst>
        <pc:spChg chg="mod">
          <ac:chgData name="Boersen, J." userId="ef861617-4683-4769-89bf-8b2c6af074b4" providerId="ADAL" clId="{0D538EBC-C156-5F4A-A875-1B390F92FCF1}" dt="2026-09-07T10:32:53.450" v="1908" actId="14"/>
          <ac:spMkLst>
            <pc:docMk/>
            <pc:sldMk cId="4270074860" sldId="272"/>
            <ac:spMk id="3" creationId="{05BC2F10-7C32-B9D2-3F24-CE979A7A1B8E}"/>
          </ac:spMkLst>
        </pc:spChg>
      </pc:sldChg>
      <pc:sldChg chg="modSp add mod">
        <pc:chgData name="Boersen, J." userId="ef861617-4683-4769-89bf-8b2c6af074b4" providerId="ADAL" clId="{0D538EBC-C156-5F4A-A875-1B390F92FCF1}" dt="2026-09-07T10:37:58.095" v="2026" actId="113"/>
        <pc:sldMkLst>
          <pc:docMk/>
          <pc:sldMk cId="3064936174" sldId="273"/>
        </pc:sldMkLst>
        <pc:spChg chg="mod">
          <ac:chgData name="Boersen, J." userId="ef861617-4683-4769-89bf-8b2c6af074b4" providerId="ADAL" clId="{0D538EBC-C156-5F4A-A875-1B390F92FCF1}" dt="2026-09-07T10:37:58.095" v="2026" actId="113"/>
          <ac:spMkLst>
            <pc:docMk/>
            <pc:sldMk cId="3064936174" sldId="273"/>
            <ac:spMk id="3" creationId="{3E2D52B6-EA24-AE74-6191-CB7F56B9FAA5}"/>
          </ac:spMkLst>
        </pc:spChg>
      </pc:sldChg>
      <pc:sldChg chg="modSp add mod">
        <pc:chgData name="Boersen, J." userId="ef861617-4683-4769-89bf-8b2c6af074b4" providerId="ADAL" clId="{0D538EBC-C156-5F4A-A875-1B390F92FCF1}" dt="2026-09-07T10:38:03.212" v="2028" actId="113"/>
        <pc:sldMkLst>
          <pc:docMk/>
          <pc:sldMk cId="416392762" sldId="274"/>
        </pc:sldMkLst>
        <pc:spChg chg="mod">
          <ac:chgData name="Boersen, J." userId="ef861617-4683-4769-89bf-8b2c6af074b4" providerId="ADAL" clId="{0D538EBC-C156-5F4A-A875-1B390F92FCF1}" dt="2026-09-07T10:38:03.212" v="2028" actId="113"/>
          <ac:spMkLst>
            <pc:docMk/>
            <pc:sldMk cId="416392762" sldId="274"/>
            <ac:spMk id="3" creationId="{1E2AC8F3-1C7B-CF72-6CD8-C72999A0A4D7}"/>
          </ac:spMkLst>
        </pc:spChg>
      </pc:sldChg>
      <pc:sldChg chg="modSp add mod">
        <pc:chgData name="Boersen, J." userId="ef861617-4683-4769-89bf-8b2c6af074b4" providerId="ADAL" clId="{0D538EBC-C156-5F4A-A875-1B390F92FCF1}" dt="2026-09-07T10:43:14.209" v="2318" actId="113"/>
        <pc:sldMkLst>
          <pc:docMk/>
          <pc:sldMk cId="3352773981" sldId="275"/>
        </pc:sldMkLst>
        <pc:spChg chg="mod">
          <ac:chgData name="Boersen, J." userId="ef861617-4683-4769-89bf-8b2c6af074b4" providerId="ADAL" clId="{0D538EBC-C156-5F4A-A875-1B390F92FCF1}" dt="2026-09-07T10:43:14.209" v="2318" actId="113"/>
          <ac:spMkLst>
            <pc:docMk/>
            <pc:sldMk cId="3352773981" sldId="275"/>
            <ac:spMk id="3" creationId="{AF837A34-8B61-0047-E4EA-2DBFCB05D862}"/>
          </ac:spMkLst>
        </pc:spChg>
      </pc:sldChg>
      <pc:sldChg chg="modSp add mod">
        <pc:chgData name="Boersen, J." userId="ef861617-4683-4769-89bf-8b2c6af074b4" providerId="ADAL" clId="{0D538EBC-C156-5F4A-A875-1B390F92FCF1}" dt="2026-09-10T07:47:35.547" v="2870" actId="6549"/>
        <pc:sldMkLst>
          <pc:docMk/>
          <pc:sldMk cId="2094542502" sldId="276"/>
        </pc:sldMkLst>
        <pc:spChg chg="mod">
          <ac:chgData name="Boersen, J." userId="ef861617-4683-4769-89bf-8b2c6af074b4" providerId="ADAL" clId="{0D538EBC-C156-5F4A-A875-1B390F92FCF1}" dt="2026-09-10T07:25:58.489" v="2402"/>
          <ac:spMkLst>
            <pc:docMk/>
            <pc:sldMk cId="2094542502" sldId="276"/>
            <ac:spMk id="2" creationId="{71DBAFE8-D0FA-B339-2B15-41A93743FB47}"/>
          </ac:spMkLst>
        </pc:spChg>
        <pc:spChg chg="mod">
          <ac:chgData name="Boersen, J." userId="ef861617-4683-4769-89bf-8b2c6af074b4" providerId="ADAL" clId="{0D538EBC-C156-5F4A-A875-1B390F92FCF1}" dt="2026-09-10T07:47:35.547" v="2870" actId="6549"/>
          <ac:spMkLst>
            <pc:docMk/>
            <pc:sldMk cId="2094542502" sldId="276"/>
            <ac:spMk id="3" creationId="{2DAFB190-C67C-C7D2-3752-51AC04780682}"/>
          </ac:spMkLst>
        </pc:spChg>
      </pc:sldChg>
      <pc:sldChg chg="modSp add mod">
        <pc:chgData name="Boersen, J." userId="ef861617-4683-4769-89bf-8b2c6af074b4" providerId="ADAL" clId="{0D538EBC-C156-5F4A-A875-1B390F92FCF1}" dt="2026-09-10T07:47:45.336" v="2871"/>
        <pc:sldMkLst>
          <pc:docMk/>
          <pc:sldMk cId="1649967341" sldId="278"/>
        </pc:sldMkLst>
        <pc:spChg chg="mod">
          <ac:chgData name="Boersen, J." userId="ef861617-4683-4769-89bf-8b2c6af074b4" providerId="ADAL" clId="{0D538EBC-C156-5F4A-A875-1B390F92FCF1}" dt="2026-09-10T07:25:52.203" v="2401" actId="6549"/>
          <ac:spMkLst>
            <pc:docMk/>
            <pc:sldMk cId="1649967341" sldId="278"/>
            <ac:spMk id="2" creationId="{29191D7E-5AD5-3879-DBD5-51930B3884EE}"/>
          </ac:spMkLst>
        </pc:spChg>
        <pc:spChg chg="mod">
          <ac:chgData name="Boersen, J." userId="ef861617-4683-4769-89bf-8b2c6af074b4" providerId="ADAL" clId="{0D538EBC-C156-5F4A-A875-1B390F92FCF1}" dt="2026-09-10T07:47:45.336" v="2871"/>
          <ac:spMkLst>
            <pc:docMk/>
            <pc:sldMk cId="1649967341" sldId="278"/>
            <ac:spMk id="3" creationId="{574F1BB9-50E2-E1E1-D740-68D6157593CD}"/>
          </ac:spMkLst>
        </pc:spChg>
      </pc:sldChg>
      <pc:sldChg chg="modSp add mod">
        <pc:chgData name="Boersen, J." userId="ef861617-4683-4769-89bf-8b2c6af074b4" providerId="ADAL" clId="{0D538EBC-C156-5F4A-A875-1B390F92FCF1}" dt="2026-09-10T07:25:36.006" v="2394"/>
        <pc:sldMkLst>
          <pc:docMk/>
          <pc:sldMk cId="2416342668" sldId="279"/>
        </pc:sldMkLst>
        <pc:spChg chg="mod">
          <ac:chgData name="Boersen, J." userId="ef861617-4683-4769-89bf-8b2c6af074b4" providerId="ADAL" clId="{0D538EBC-C156-5F4A-A875-1B390F92FCF1}" dt="2026-09-10T07:25:36.006" v="2394"/>
          <ac:spMkLst>
            <pc:docMk/>
            <pc:sldMk cId="2416342668" sldId="279"/>
            <ac:spMk id="2" creationId="{DCC5B4DC-3BDB-323B-C3FF-BA8E5D7DDD54}"/>
          </ac:spMkLst>
        </pc:spChg>
        <pc:spChg chg="mod">
          <ac:chgData name="Boersen, J." userId="ef861617-4683-4769-89bf-8b2c6af074b4" providerId="ADAL" clId="{0D538EBC-C156-5F4A-A875-1B390F92FCF1}" dt="2026-09-07T10:37:37.747" v="2025" actId="6549"/>
          <ac:spMkLst>
            <pc:docMk/>
            <pc:sldMk cId="2416342668" sldId="279"/>
            <ac:spMk id="3" creationId="{CA09DCA8-848B-DF5C-BE20-4CB2B307877A}"/>
          </ac:spMkLst>
        </pc:spChg>
      </pc:sldChg>
      <pc:sldChg chg="modSp add mod">
        <pc:chgData name="Boersen, J." userId="ef861617-4683-4769-89bf-8b2c6af074b4" providerId="ADAL" clId="{0D538EBC-C156-5F4A-A875-1B390F92FCF1}" dt="2026-09-10T07:37:39.176" v="2515" actId="5793"/>
        <pc:sldMkLst>
          <pc:docMk/>
          <pc:sldMk cId="3128079722" sldId="280"/>
        </pc:sldMkLst>
        <pc:spChg chg="mod">
          <ac:chgData name="Boersen, J." userId="ef861617-4683-4769-89bf-8b2c6af074b4" providerId="ADAL" clId="{0D538EBC-C156-5F4A-A875-1B390F92FCF1}" dt="2026-09-10T07:25:29.418" v="2393" actId="20577"/>
          <ac:spMkLst>
            <pc:docMk/>
            <pc:sldMk cId="3128079722" sldId="280"/>
            <ac:spMk id="2" creationId="{12B0CF45-686E-242B-307E-8D24F5A8A322}"/>
          </ac:spMkLst>
        </pc:spChg>
        <pc:spChg chg="mod">
          <ac:chgData name="Boersen, J." userId="ef861617-4683-4769-89bf-8b2c6af074b4" providerId="ADAL" clId="{0D538EBC-C156-5F4A-A875-1B390F92FCF1}" dt="2026-09-10T07:37:39.176" v="2515" actId="5793"/>
          <ac:spMkLst>
            <pc:docMk/>
            <pc:sldMk cId="3128079722" sldId="280"/>
            <ac:spMk id="3" creationId="{04148F1D-FAD1-4F3D-2E56-7E7709AB90CE}"/>
          </ac:spMkLst>
        </pc:spChg>
      </pc:sldChg>
      <pc:sldChg chg="addSp modSp add mod setBg">
        <pc:chgData name="Boersen, J." userId="ef861617-4683-4769-89bf-8b2c6af074b4" providerId="ADAL" clId="{0D538EBC-C156-5F4A-A875-1B390F92FCF1}" dt="2026-09-10T07:41:51.970" v="2685" actId="20577"/>
        <pc:sldMkLst>
          <pc:docMk/>
          <pc:sldMk cId="3946249752" sldId="281"/>
        </pc:sldMkLst>
        <pc:spChg chg="mod">
          <ac:chgData name="Boersen, J." userId="ef861617-4683-4769-89bf-8b2c6af074b4" providerId="ADAL" clId="{0D538EBC-C156-5F4A-A875-1B390F92FCF1}" dt="2026-09-10T07:37:22.473" v="2510" actId="1076"/>
          <ac:spMkLst>
            <pc:docMk/>
            <pc:sldMk cId="3946249752" sldId="281"/>
            <ac:spMk id="2" creationId="{1B1AC97F-E961-3822-06CF-49754F8A9510}"/>
          </ac:spMkLst>
        </pc:spChg>
        <pc:spChg chg="mod">
          <ac:chgData name="Boersen, J." userId="ef861617-4683-4769-89bf-8b2c6af074b4" providerId="ADAL" clId="{0D538EBC-C156-5F4A-A875-1B390F92FCF1}" dt="2026-09-10T07:41:51.970" v="2685" actId="20577"/>
          <ac:spMkLst>
            <pc:docMk/>
            <pc:sldMk cId="3946249752" sldId="281"/>
            <ac:spMk id="3" creationId="{D224A991-5C79-4BA0-B81F-920F5D0AF192}"/>
          </ac:spMkLst>
        </pc:spChg>
        <pc:spChg chg="add">
          <ac:chgData name="Boersen, J." userId="ef861617-4683-4769-89bf-8b2c6af074b4" providerId="ADAL" clId="{0D538EBC-C156-5F4A-A875-1B390F92FCF1}" dt="2026-09-10T07:37:17.797" v="2508" actId="26606"/>
          <ac:spMkLst>
            <pc:docMk/>
            <pc:sldMk cId="3946249752" sldId="281"/>
            <ac:spMk id="9" creationId="{C8A3C342-1D03-412F-8DD3-BF519E8E0AE9}"/>
          </ac:spMkLst>
        </pc:spChg>
        <pc:spChg chg="add">
          <ac:chgData name="Boersen, J." userId="ef861617-4683-4769-89bf-8b2c6af074b4" providerId="ADAL" clId="{0D538EBC-C156-5F4A-A875-1B390F92FCF1}" dt="2026-09-10T07:37:17.797" v="2508" actId="26606"/>
          <ac:spMkLst>
            <pc:docMk/>
            <pc:sldMk cId="3946249752" sldId="281"/>
            <ac:spMk id="11" creationId="{81CC9B02-E087-4350-AEBD-2C3CF001AF01}"/>
          </ac:spMkLst>
        </pc:spChg>
        <pc:picChg chg="add mod">
          <ac:chgData name="Boersen, J." userId="ef861617-4683-4769-89bf-8b2c6af074b4" providerId="ADAL" clId="{0D538EBC-C156-5F4A-A875-1B390F92FCF1}" dt="2026-09-10T07:37:17.797" v="2508" actId="26606"/>
          <ac:picMkLst>
            <pc:docMk/>
            <pc:sldMk cId="3946249752" sldId="281"/>
            <ac:picMk id="4" creationId="{AE4BFE74-06E1-352E-9E8B-32B2890E2A95}"/>
          </ac:picMkLst>
        </pc:picChg>
      </pc:sldChg>
      <pc:sldChg chg="addSp modSp add mod setBg">
        <pc:chgData name="Boersen, J." userId="ef861617-4683-4769-89bf-8b2c6af074b4" providerId="ADAL" clId="{0D538EBC-C156-5F4A-A875-1B390F92FCF1}" dt="2026-09-10T07:35:54.529" v="2504" actId="14100"/>
        <pc:sldMkLst>
          <pc:docMk/>
          <pc:sldMk cId="4284259569" sldId="282"/>
        </pc:sldMkLst>
        <pc:spChg chg="mod">
          <ac:chgData name="Boersen, J." userId="ef861617-4683-4769-89bf-8b2c6af074b4" providerId="ADAL" clId="{0D538EBC-C156-5F4A-A875-1B390F92FCF1}" dt="2026-09-10T07:35:51.773" v="2503" actId="14100"/>
          <ac:spMkLst>
            <pc:docMk/>
            <pc:sldMk cId="4284259569" sldId="282"/>
            <ac:spMk id="2" creationId="{0F2E4A3F-E2FC-A92D-CF08-FCA23E66B4E9}"/>
          </ac:spMkLst>
        </pc:spChg>
        <pc:spChg chg="mod">
          <ac:chgData name="Boersen, J." userId="ef861617-4683-4769-89bf-8b2c6af074b4" providerId="ADAL" clId="{0D538EBC-C156-5F4A-A875-1B390F92FCF1}" dt="2026-09-10T07:35:54.529" v="2504" actId="14100"/>
          <ac:spMkLst>
            <pc:docMk/>
            <pc:sldMk cId="4284259569" sldId="282"/>
            <ac:spMk id="3" creationId="{60E9EBE3-AA05-B3DF-EA79-7C2CAA40BC19}"/>
          </ac:spMkLst>
        </pc:spChg>
        <pc:spChg chg="add">
          <ac:chgData name="Boersen, J." userId="ef861617-4683-4769-89bf-8b2c6af074b4" providerId="ADAL" clId="{0D538EBC-C156-5F4A-A875-1B390F92FCF1}" dt="2026-09-10T07:35:45.548" v="2502" actId="26606"/>
          <ac:spMkLst>
            <pc:docMk/>
            <pc:sldMk cId="4284259569" sldId="282"/>
            <ac:spMk id="10" creationId="{C8A3C342-1D03-412F-8DD3-BF519E8E0AE9}"/>
          </ac:spMkLst>
        </pc:spChg>
        <pc:spChg chg="add">
          <ac:chgData name="Boersen, J." userId="ef861617-4683-4769-89bf-8b2c6af074b4" providerId="ADAL" clId="{0D538EBC-C156-5F4A-A875-1B390F92FCF1}" dt="2026-09-10T07:35:45.548" v="2502" actId="26606"/>
          <ac:spMkLst>
            <pc:docMk/>
            <pc:sldMk cId="4284259569" sldId="282"/>
            <ac:spMk id="12" creationId="{81CC9B02-E087-4350-AEBD-2C3CF001AF01}"/>
          </ac:spMkLst>
        </pc:spChg>
        <pc:picChg chg="add">
          <ac:chgData name="Boersen, J." userId="ef861617-4683-4769-89bf-8b2c6af074b4" providerId="ADAL" clId="{0D538EBC-C156-5F4A-A875-1B390F92FCF1}" dt="2026-09-10T07:35:37.483" v="2499"/>
          <ac:picMkLst>
            <pc:docMk/>
            <pc:sldMk cId="4284259569" sldId="282"/>
            <ac:picMk id="4" creationId="{534C3E65-A8D8-C1AF-AF89-EBD8297EE926}"/>
          </ac:picMkLst>
        </pc:picChg>
        <pc:picChg chg="add mod">
          <ac:chgData name="Boersen, J." userId="ef861617-4683-4769-89bf-8b2c6af074b4" providerId="ADAL" clId="{0D538EBC-C156-5F4A-A875-1B390F92FCF1}" dt="2026-09-10T07:35:45.548" v="2502" actId="26606"/>
          <ac:picMkLst>
            <pc:docMk/>
            <pc:sldMk cId="4284259569" sldId="282"/>
            <ac:picMk id="5" creationId="{BCA122FA-8859-90D4-3249-1C34BBBC753E}"/>
          </ac:picMkLst>
        </pc:picChg>
      </pc:sldChg>
      <pc:sldChg chg="modSp add mod">
        <pc:chgData name="Boersen, J." userId="ef861617-4683-4769-89bf-8b2c6af074b4" providerId="ADAL" clId="{0D538EBC-C156-5F4A-A875-1B390F92FCF1}" dt="2026-09-10T07:37:55.893" v="2528" actId="20577"/>
        <pc:sldMkLst>
          <pc:docMk/>
          <pc:sldMk cId="1571470169" sldId="283"/>
        </pc:sldMkLst>
        <pc:spChg chg="mod">
          <ac:chgData name="Boersen, J." userId="ef861617-4683-4769-89bf-8b2c6af074b4" providerId="ADAL" clId="{0D538EBC-C156-5F4A-A875-1B390F92FCF1}" dt="2026-09-10T07:37:55.893" v="2528" actId="20577"/>
          <ac:spMkLst>
            <pc:docMk/>
            <pc:sldMk cId="1571470169" sldId="283"/>
            <ac:spMk id="3" creationId="{8071CEE2-18A6-392D-4BED-B610A2EF69A3}"/>
          </ac:spMkLst>
        </pc:spChg>
      </pc:sldChg>
      <pc:sldChg chg="new del">
        <pc:chgData name="Boersen, J." userId="ef861617-4683-4769-89bf-8b2c6af074b4" providerId="ADAL" clId="{0D538EBC-C156-5F4A-A875-1B390F92FCF1}" dt="2026-09-10T07:46:53.114" v="2768" actId="2696"/>
        <pc:sldMkLst>
          <pc:docMk/>
          <pc:sldMk cId="3307303267" sldId="284"/>
        </pc:sldMkLst>
      </pc:sldChg>
      <pc:sldChg chg="addSp delSp modSp new mod setBg modClrScheme chgLayout">
        <pc:chgData name="Boersen, J." userId="ef861617-4683-4769-89bf-8b2c6af074b4" providerId="ADAL" clId="{0D538EBC-C156-5F4A-A875-1B390F92FCF1}" dt="2026-09-10T07:46:50.867" v="2767" actId="26606"/>
        <pc:sldMkLst>
          <pc:docMk/>
          <pc:sldMk cId="3006856199" sldId="285"/>
        </pc:sldMkLst>
        <pc:spChg chg="del">
          <ac:chgData name="Boersen, J." userId="ef861617-4683-4769-89bf-8b2c6af074b4" providerId="ADAL" clId="{0D538EBC-C156-5F4A-A875-1B390F92FCF1}" dt="2026-09-10T07:46:48.584" v="2765" actId="700"/>
          <ac:spMkLst>
            <pc:docMk/>
            <pc:sldMk cId="3006856199" sldId="285"/>
            <ac:spMk id="2" creationId="{63A8605B-83F5-3EF3-02D3-680780EBEEE6}"/>
          </ac:spMkLst>
        </pc:spChg>
        <pc:spChg chg="del">
          <ac:chgData name="Boersen, J." userId="ef861617-4683-4769-89bf-8b2c6af074b4" providerId="ADAL" clId="{0D538EBC-C156-5F4A-A875-1B390F92FCF1}" dt="2026-09-10T07:46:48.584" v="2765" actId="700"/>
          <ac:spMkLst>
            <pc:docMk/>
            <pc:sldMk cId="3006856199" sldId="285"/>
            <ac:spMk id="3" creationId="{3D92A0A7-BB65-932F-B060-32B19D0AC390}"/>
          </ac:spMkLst>
        </pc:spChg>
        <pc:spChg chg="add">
          <ac:chgData name="Boersen, J." userId="ef861617-4683-4769-89bf-8b2c6af074b4" providerId="ADAL" clId="{0D538EBC-C156-5F4A-A875-1B390F92FCF1}" dt="2026-09-10T07:46:50.867" v="2767" actId="26606"/>
          <ac:spMkLst>
            <pc:docMk/>
            <pc:sldMk cId="3006856199" sldId="285"/>
            <ac:spMk id="9" creationId="{DFB3CEA1-88D9-42FB-88ED-1E9807FE6596}"/>
          </ac:spMkLst>
        </pc:spChg>
        <pc:spChg chg="add">
          <ac:chgData name="Boersen, J." userId="ef861617-4683-4769-89bf-8b2c6af074b4" providerId="ADAL" clId="{0D538EBC-C156-5F4A-A875-1B390F92FCF1}" dt="2026-09-10T07:46:50.867" v="2767" actId="26606"/>
          <ac:spMkLst>
            <pc:docMk/>
            <pc:sldMk cId="3006856199" sldId="285"/>
            <ac:spMk id="11" creationId="{9A6C928E-4252-4F33-8C34-E50A12A3170B}"/>
          </ac:spMkLst>
        </pc:spChg>
        <pc:picChg chg="add mod">
          <ac:chgData name="Boersen, J." userId="ef861617-4683-4769-89bf-8b2c6af074b4" providerId="ADAL" clId="{0D538EBC-C156-5F4A-A875-1B390F92FCF1}" dt="2026-09-10T07:46:50.867" v="2767" actId="26606"/>
          <ac:picMkLst>
            <pc:docMk/>
            <pc:sldMk cId="3006856199" sldId="285"/>
            <ac:picMk id="4" creationId="{FA57D96C-BBB0-37A6-1D36-E6DEF126D1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727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108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3688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693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6503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639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316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258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440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0786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8757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8236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603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2241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8747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1279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770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DEEEEC2-B9A3-AE4A-AC24-ADDD455A4A41}" type="datetimeFigureOut">
              <a:rPr lang="nl-NL" smtClean="0"/>
              <a:t>10-09-2026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722A9-E0B0-E442-A812-A51E8E8576D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89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83559-537C-D2BC-316E-B22AC3014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222" y="1159933"/>
            <a:ext cx="10952378" cy="3329581"/>
          </a:xfrm>
        </p:spPr>
        <p:txBody>
          <a:bodyPr>
            <a:normAutofit/>
          </a:bodyPr>
          <a:lstStyle/>
          <a:p>
            <a:r>
              <a:rPr lang="nl-NL" dirty="0"/>
              <a:t>Hoofdstuk 3</a:t>
            </a:r>
            <a:br>
              <a:rPr lang="nl-NL" dirty="0"/>
            </a:br>
            <a:r>
              <a:rPr lang="nl-NL" sz="4400" dirty="0"/>
              <a:t>De sociale verhoudingen in Nederland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8E1D670-F663-DE68-2074-280531D656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J. Boersen</a:t>
            </a:r>
          </a:p>
        </p:txBody>
      </p:sp>
    </p:spTree>
    <p:extLst>
      <p:ext uri="{BB962C8B-B14F-4D97-AF65-F5344CB8AC3E}">
        <p14:creationId xmlns:p14="http://schemas.microsoft.com/office/powerpoint/2010/main" val="1922175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D76FC9-E1E9-3F21-73E1-59254960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4A12886-C821-1B08-9F8F-7780E6D55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schooltv.nl</a:t>
            </a:r>
            <a:r>
              <a:rPr lang="nl-NL" dirty="0"/>
              <a:t>/video-item/fabrieksarbeiders-dikke-wolkenstof-en-onveilige-machines</a:t>
            </a:r>
          </a:p>
        </p:txBody>
      </p:sp>
    </p:spTree>
    <p:extLst>
      <p:ext uri="{BB962C8B-B14F-4D97-AF65-F5344CB8AC3E}">
        <p14:creationId xmlns:p14="http://schemas.microsoft.com/office/powerpoint/2010/main" val="417889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AD3380-F966-6F98-9AEA-82EE5E17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846" y="401918"/>
            <a:ext cx="9107489" cy="707215"/>
          </a:xfrm>
        </p:spPr>
        <p:txBody>
          <a:bodyPr/>
          <a:lstStyle/>
          <a:p>
            <a:r>
              <a:rPr lang="nl-NL" dirty="0"/>
              <a:t>Doelen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99A63E-109F-0163-51CB-DAD8D108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46" y="1257052"/>
            <a:ext cx="11325754" cy="4195481"/>
          </a:xfrm>
        </p:spPr>
        <p:txBody>
          <a:bodyPr/>
          <a:lstStyle/>
          <a:p>
            <a:r>
              <a:rPr lang="nl-NL" dirty="0"/>
              <a:t>Hoe veranderden de sociale verhoudingen in Nederland door de Industriële Revolutie?</a:t>
            </a:r>
          </a:p>
          <a:p>
            <a:r>
              <a:rPr lang="nl-NL" dirty="0"/>
              <a:t>Deelvragen</a:t>
            </a:r>
          </a:p>
          <a:p>
            <a:pPr lvl="1"/>
            <a:r>
              <a:rPr lang="nl-NL" dirty="0"/>
              <a:t>Je weet wat er bedoeld wordt met de sociale kwestie en kan voorbeelden geven</a:t>
            </a:r>
          </a:p>
          <a:p>
            <a:pPr lvl="1"/>
            <a:r>
              <a:rPr lang="nl-NL" dirty="0"/>
              <a:t>Je weet wie Samuel van Houten is en wat hij veranderd heeft</a:t>
            </a:r>
          </a:p>
          <a:p>
            <a:pPr lvl="1"/>
            <a:r>
              <a:rPr lang="nl-NL" dirty="0"/>
              <a:t>Je kan drie sociale wetten noemen en de effecten hiervan </a:t>
            </a:r>
          </a:p>
          <a:p>
            <a:pPr lvl="1"/>
            <a:r>
              <a:rPr lang="nl-NL" dirty="0"/>
              <a:t>Je kan uitleggen wat de vakbonden zijn en waarom deze bestaan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972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4C54FA-1C6B-5C41-2169-6C5CDD1A4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De sociale kwestie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6E3234-11C0-F5D4-E232-62DF7D2F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8946541" cy="5668682"/>
          </a:xfrm>
        </p:spPr>
        <p:txBody>
          <a:bodyPr/>
          <a:lstStyle/>
          <a:p>
            <a:r>
              <a:rPr lang="nl-NL" dirty="0"/>
              <a:t>De slechte situatie van de arbeider. </a:t>
            </a:r>
          </a:p>
          <a:p>
            <a:r>
              <a:rPr lang="nl-NL" dirty="0"/>
              <a:t>Gigantisch overschot aan werknemers dus</a:t>
            </a:r>
          </a:p>
          <a:p>
            <a:pPr lvl="1"/>
            <a:r>
              <a:rPr lang="nl-NL" dirty="0"/>
              <a:t>Lage lonen </a:t>
            </a:r>
          </a:p>
          <a:p>
            <a:pPr lvl="1"/>
            <a:r>
              <a:rPr lang="nl-NL" dirty="0"/>
              <a:t>Geen zekerheid qua werk </a:t>
            </a:r>
          </a:p>
          <a:p>
            <a:pPr lvl="1"/>
            <a:r>
              <a:rPr lang="nl-NL" dirty="0"/>
              <a:t>Lange werkdagen </a:t>
            </a:r>
          </a:p>
          <a:p>
            <a:pPr lvl="1"/>
            <a:r>
              <a:rPr lang="nl-NL" dirty="0"/>
              <a:t>Korte pauzes </a:t>
            </a:r>
          </a:p>
          <a:p>
            <a:pPr lvl="1"/>
            <a:r>
              <a:rPr lang="nl-NL" dirty="0"/>
              <a:t>Geen veiligheid in de fabrieken </a:t>
            </a:r>
          </a:p>
        </p:txBody>
      </p:sp>
    </p:spTree>
    <p:extLst>
      <p:ext uri="{BB962C8B-B14F-4D97-AF65-F5344CB8AC3E}">
        <p14:creationId xmlns:p14="http://schemas.microsoft.com/office/powerpoint/2010/main" val="3458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5C72F-90D3-C402-555D-F93EE684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F09036-8979-BB49-0A22-89F23D90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De sociale kwestie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6F25318-B4C8-BED7-9D1A-3FD66804F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8946541" cy="5668682"/>
          </a:xfrm>
        </p:spPr>
        <p:txBody>
          <a:bodyPr/>
          <a:lstStyle/>
          <a:p>
            <a:r>
              <a:rPr lang="nl-NL" dirty="0"/>
              <a:t>Er komt uiteindelijk commentaar op deze situatie </a:t>
            </a:r>
          </a:p>
          <a:p>
            <a:pPr lvl="1"/>
            <a:r>
              <a:rPr lang="nl-NL" dirty="0"/>
              <a:t>Journalisten / schrijvers </a:t>
            </a:r>
          </a:p>
          <a:p>
            <a:pPr lvl="1"/>
            <a:r>
              <a:rPr lang="nl-NL" dirty="0"/>
              <a:t>Artsen </a:t>
            </a:r>
          </a:p>
          <a:p>
            <a:pPr lvl="1"/>
            <a:r>
              <a:rPr lang="nl-NL" dirty="0"/>
              <a:t>Pastoors </a:t>
            </a:r>
          </a:p>
          <a:p>
            <a:r>
              <a:rPr lang="nl-NL" dirty="0"/>
              <a:t>Worden krantenartikelen geschreven </a:t>
            </a:r>
          </a:p>
        </p:txBody>
      </p:sp>
    </p:spTree>
    <p:extLst>
      <p:ext uri="{BB962C8B-B14F-4D97-AF65-F5344CB8AC3E}">
        <p14:creationId xmlns:p14="http://schemas.microsoft.com/office/powerpoint/2010/main" val="127087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1D055-216F-1C20-4FDC-57BC14A5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50EE14-02E7-D5CD-E1FF-00060ACD1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De sociale kwestie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2D43EA74-7427-445B-8B0C-26E3680EF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82" y="1324840"/>
            <a:ext cx="10376441" cy="475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47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08ACE-62B6-8801-483C-38485F36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3764E-8D9A-3399-0545-37D1CA2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Kinderwetje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355C054-09A5-53B9-70AB-4812EA13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9" y="1189318"/>
            <a:ext cx="6965422" cy="5668682"/>
          </a:xfrm>
        </p:spPr>
        <p:txBody>
          <a:bodyPr/>
          <a:lstStyle/>
          <a:p>
            <a:r>
              <a:rPr lang="nl-NL" dirty="0"/>
              <a:t>Samuel van Houten = Kinderwetje van 1874</a:t>
            </a:r>
          </a:p>
          <a:p>
            <a:r>
              <a:rPr lang="nl-NL" dirty="0"/>
              <a:t>Eerste sociale wet van Nederland </a:t>
            </a:r>
          </a:p>
          <a:p>
            <a:r>
              <a:rPr lang="nl-NL" dirty="0"/>
              <a:t>Afschaffing van kinderarbeid </a:t>
            </a:r>
          </a:p>
          <a:p>
            <a:pPr lvl="1"/>
            <a:r>
              <a:rPr lang="nl-NL" dirty="0"/>
              <a:t>In de fabrieken </a:t>
            </a:r>
          </a:p>
          <a:p>
            <a:pPr lvl="1"/>
            <a:r>
              <a:rPr lang="nl-NL" dirty="0"/>
              <a:t>Onder de twaalf jaar </a:t>
            </a:r>
          </a:p>
          <a:p>
            <a:pPr lvl="1"/>
            <a:endParaRPr lang="nl-NL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49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223D7-9A93-D189-A517-8E4B5BB95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EDD493-D267-D123-F192-27A2417F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Kinderwetje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BFA797D-6CDB-9D67-2F4F-1283BE8CA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9" y="1189318"/>
            <a:ext cx="6965422" cy="5668682"/>
          </a:xfrm>
        </p:spPr>
        <p:txBody>
          <a:bodyPr/>
          <a:lstStyle/>
          <a:p>
            <a:r>
              <a:rPr lang="nl-NL" dirty="0"/>
              <a:t>Goed idee.. Maar </a:t>
            </a:r>
            <a:r>
              <a:rPr lang="nl-NL" dirty="0">
                <a:sym typeface="Wingdings" pitchFamily="2" charset="2"/>
              </a:rPr>
              <a:t></a:t>
            </a:r>
            <a:endParaRPr lang="nl-NL" dirty="0"/>
          </a:p>
          <a:p>
            <a:pPr lvl="1"/>
            <a:r>
              <a:rPr lang="nl-NL" dirty="0"/>
              <a:t>Op het platteland bleef het heel gewoon </a:t>
            </a:r>
          </a:p>
          <a:p>
            <a:pPr lvl="1"/>
            <a:r>
              <a:rPr lang="nl-NL" dirty="0"/>
              <a:t>In de winkels kon het wel</a:t>
            </a:r>
          </a:p>
          <a:p>
            <a:pPr lvl="1"/>
            <a:r>
              <a:rPr lang="nl-NL" dirty="0"/>
              <a:t>Er werd niet gecontroleerd / gestraft </a:t>
            </a:r>
          </a:p>
          <a:p>
            <a:pPr lvl="1"/>
            <a:r>
              <a:rPr lang="nl-NL" dirty="0"/>
              <a:t>Ouders konden het geld niet missen 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450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3FE3F-C03D-B12B-016E-892C7A42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ECEE9-DA8C-9EA5-B90E-D8961BE2A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Veranderingen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9B6CBFD-28CF-0998-9A96-833317DCB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9" y="1189318"/>
            <a:ext cx="8870422" cy="5668682"/>
          </a:xfrm>
        </p:spPr>
        <p:txBody>
          <a:bodyPr/>
          <a:lstStyle/>
          <a:p>
            <a:r>
              <a:rPr lang="nl-NL" dirty="0"/>
              <a:t>Sociale wetten </a:t>
            </a:r>
          </a:p>
          <a:p>
            <a:r>
              <a:rPr lang="nl-NL" dirty="0"/>
              <a:t>1901 = Leerplicht </a:t>
            </a:r>
          </a:p>
          <a:p>
            <a:r>
              <a:rPr lang="nl-NL" dirty="0"/>
              <a:t>1880 – 1900 = hogere lonen </a:t>
            </a:r>
          </a:p>
          <a:p>
            <a:pPr lvl="1"/>
            <a:r>
              <a:rPr lang="nl-NL" dirty="0"/>
              <a:t>Ouders verdienen genoeg geld </a:t>
            </a:r>
            <a:r>
              <a:rPr lang="nl-NL" dirty="0">
                <a:sym typeface="Wingdings" pitchFamily="2" charset="2"/>
              </a:rPr>
              <a:t> kinderen naar school </a:t>
            </a:r>
          </a:p>
          <a:p>
            <a:pPr lvl="1"/>
            <a:r>
              <a:rPr lang="nl-NL" dirty="0">
                <a:sym typeface="Wingdings" pitchFamily="2" charset="2"/>
              </a:rPr>
              <a:t>Geen kinderarbeid meer </a:t>
            </a:r>
          </a:p>
          <a:p>
            <a:pPr marL="0" indent="0">
              <a:buNone/>
            </a:pPr>
            <a:endParaRPr lang="nl-NL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1907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4D40-DD6B-24AD-1299-3E4C5EF4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544006-063C-68D4-1ABB-D52FBB35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Veranderingen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339BBF-D0B9-5067-0B4F-B695F3EC0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9" y="1189318"/>
            <a:ext cx="8870422" cy="5668682"/>
          </a:xfrm>
        </p:spPr>
        <p:txBody>
          <a:bodyPr/>
          <a:lstStyle/>
          <a:p>
            <a:r>
              <a:rPr lang="nl-NL" dirty="0">
                <a:sym typeface="Wingdings" pitchFamily="2" charset="2"/>
              </a:rPr>
              <a:t>Vakbonden </a:t>
            </a:r>
          </a:p>
          <a:p>
            <a:pPr lvl="1"/>
            <a:r>
              <a:rPr lang="nl-NL" dirty="0">
                <a:sym typeface="Wingdings" pitchFamily="2" charset="2"/>
              </a:rPr>
              <a:t>Arbeiders werken samen </a:t>
            </a:r>
          </a:p>
          <a:p>
            <a:pPr lvl="1"/>
            <a:r>
              <a:rPr lang="nl-NL" dirty="0">
                <a:sym typeface="Wingdings" pitchFamily="2" charset="2"/>
              </a:rPr>
              <a:t>Vaak per bedrijfstak </a:t>
            </a:r>
          </a:p>
          <a:p>
            <a:pPr lvl="2"/>
            <a:r>
              <a:rPr lang="nl-NL" dirty="0">
                <a:sym typeface="Wingdings" pitchFamily="2" charset="2"/>
              </a:rPr>
              <a:t>Metaalindustrie </a:t>
            </a:r>
          </a:p>
          <a:p>
            <a:pPr lvl="2"/>
            <a:r>
              <a:rPr lang="nl-NL" dirty="0">
                <a:sym typeface="Wingdings" pitchFamily="2" charset="2"/>
              </a:rPr>
              <a:t>Vervoer</a:t>
            </a:r>
          </a:p>
          <a:p>
            <a:pPr lvl="2"/>
            <a:r>
              <a:rPr lang="nl-NL" dirty="0">
                <a:sym typeface="Wingdings" pitchFamily="2" charset="2"/>
              </a:rPr>
              <a:t>Onderwijs </a:t>
            </a:r>
          </a:p>
          <a:p>
            <a:pPr lvl="1"/>
            <a:r>
              <a:rPr lang="nl-NL" dirty="0">
                <a:sym typeface="Wingdings" pitchFamily="2" charset="2"/>
              </a:rPr>
              <a:t>Staken samen!</a:t>
            </a:r>
          </a:p>
          <a:p>
            <a:pPr lvl="1"/>
            <a:r>
              <a:rPr lang="nl-NL" dirty="0">
                <a:sym typeface="Wingdings" pitchFamily="2" charset="2"/>
              </a:rPr>
              <a:t>Geld sparen om langer te staken  </a:t>
            </a:r>
          </a:p>
          <a:p>
            <a:pPr lvl="1"/>
            <a:endParaRPr lang="nl-NL" dirty="0">
              <a:sym typeface="Wingdings" pitchFamily="2" charset="2"/>
            </a:endParaRP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6544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6B1EC-7036-97EF-CBB7-03A461EC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835923-115A-F3D9-982D-98DA45E3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Verandering in de politiek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A87481-8E92-FD8B-8031-3772C8862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9" y="1189318"/>
            <a:ext cx="8057622" cy="5567082"/>
          </a:xfrm>
        </p:spPr>
        <p:txBody>
          <a:bodyPr>
            <a:normAutofit/>
          </a:bodyPr>
          <a:lstStyle/>
          <a:p>
            <a:r>
              <a:rPr lang="nl-NL" dirty="0"/>
              <a:t>Pieter Jelles Troelstra </a:t>
            </a:r>
          </a:p>
          <a:p>
            <a:pPr lvl="1"/>
            <a:r>
              <a:rPr lang="nl-NL" dirty="0"/>
              <a:t>SDAP</a:t>
            </a:r>
          </a:p>
          <a:p>
            <a:pPr lvl="2"/>
            <a:r>
              <a:rPr lang="nl-NL" dirty="0"/>
              <a:t>Sociaal – democratische Arbeiderspartij </a:t>
            </a:r>
          </a:p>
          <a:p>
            <a:pPr lvl="1"/>
            <a:r>
              <a:rPr lang="nl-NL" dirty="0"/>
              <a:t>Doel = Algemeen kiesrecht invoeren!</a:t>
            </a:r>
          </a:p>
          <a:p>
            <a:pPr lvl="1"/>
            <a:r>
              <a:rPr lang="nl-NL" dirty="0"/>
              <a:t>Daarna </a:t>
            </a:r>
            <a:r>
              <a:rPr lang="nl-NL" dirty="0">
                <a:sym typeface="Wingdings" pitchFamily="2" charset="2"/>
              </a:rPr>
              <a:t> </a:t>
            </a:r>
            <a:r>
              <a:rPr lang="nl-NL" dirty="0"/>
              <a:t>sociale wetten doorvoeren</a:t>
            </a:r>
          </a:p>
          <a:p>
            <a:pPr marL="457200" lvl="1" indent="0"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9290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11946-CC26-286D-03CB-3A55D4B65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6A0E2-A0C0-477F-3103-361BCEE4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Verandering in de politiek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BC2F10-7C32-B9D2-3F24-CE979A7A1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9" y="1189318"/>
            <a:ext cx="8057622" cy="5567082"/>
          </a:xfrm>
        </p:spPr>
        <p:txBody>
          <a:bodyPr>
            <a:normAutofit/>
          </a:bodyPr>
          <a:lstStyle/>
          <a:p>
            <a:r>
              <a:rPr lang="nl-NL" dirty="0"/>
              <a:t>Daarna </a:t>
            </a:r>
            <a:r>
              <a:rPr lang="nl-NL" dirty="0">
                <a:sym typeface="Wingdings" pitchFamily="2" charset="2"/>
              </a:rPr>
              <a:t> </a:t>
            </a:r>
            <a:r>
              <a:rPr lang="nl-NL" dirty="0"/>
              <a:t>Sociale wetten doorvoeren</a:t>
            </a:r>
          </a:p>
          <a:p>
            <a:pPr lvl="1"/>
            <a:r>
              <a:rPr lang="nl-NL" dirty="0"/>
              <a:t>Huizenwetten </a:t>
            </a:r>
          </a:p>
          <a:p>
            <a:pPr lvl="1"/>
            <a:r>
              <a:rPr lang="nl-NL" dirty="0"/>
              <a:t>8-urige werkdag</a:t>
            </a:r>
          </a:p>
          <a:p>
            <a:pPr lvl="1"/>
            <a:r>
              <a:rPr lang="nl-NL" dirty="0"/>
              <a:t>40-urige werkweek </a:t>
            </a:r>
          </a:p>
          <a:p>
            <a:pPr lvl="1"/>
            <a:r>
              <a:rPr lang="nl-NL" dirty="0"/>
              <a:t>Vakantiedagen </a:t>
            </a:r>
          </a:p>
          <a:p>
            <a:pPr lvl="1"/>
            <a:r>
              <a:rPr lang="nl-NL" dirty="0"/>
              <a:t>Verzekeringen tegen ziekte</a:t>
            </a:r>
          </a:p>
          <a:p>
            <a:pPr lvl="1"/>
            <a:r>
              <a:rPr lang="nl-NL" dirty="0"/>
              <a:t>AOW</a:t>
            </a:r>
          </a:p>
          <a:p>
            <a:r>
              <a:rPr lang="nl-NL" dirty="0"/>
              <a:t>Oplossingen voor de sociale kwesties</a:t>
            </a:r>
          </a:p>
          <a:p>
            <a:r>
              <a:rPr lang="nl-NL" dirty="0"/>
              <a:t>Eerste socialistische partij </a:t>
            </a:r>
          </a:p>
          <a:p>
            <a:pPr marL="457200" lvl="1" indent="0"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7007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8D9A-BEEB-1002-A4EA-1037387E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EF91F-5C8A-E88B-B569-E1A8DAD07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Eerste Wereldoorlog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19A9B72-2AE5-5547-5D95-DBBA23789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9048222" cy="5330015"/>
          </a:xfrm>
        </p:spPr>
        <p:txBody>
          <a:bodyPr/>
          <a:lstStyle/>
          <a:p>
            <a:r>
              <a:rPr lang="nl-NL" dirty="0"/>
              <a:t>Nederland was neutraal </a:t>
            </a:r>
          </a:p>
          <a:p>
            <a:pPr lvl="1"/>
            <a:r>
              <a:rPr lang="nl-NL" dirty="0"/>
              <a:t>Deden niet mee met de oorlog </a:t>
            </a:r>
          </a:p>
        </p:txBody>
      </p:sp>
    </p:spTree>
    <p:extLst>
      <p:ext uri="{BB962C8B-B14F-4D97-AF65-F5344CB8AC3E}">
        <p14:creationId xmlns:p14="http://schemas.microsoft.com/office/powerpoint/2010/main" val="244782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369E-CB9F-BE46-6C5C-ABEC4E67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1FA19B-CCD1-2F80-D054-03FD3475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Eerste Wereldoorlog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E2D52B6-EA24-AE74-6191-CB7F56B9F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9048222" cy="5330015"/>
          </a:xfrm>
        </p:spPr>
        <p:txBody>
          <a:bodyPr/>
          <a:lstStyle/>
          <a:p>
            <a:r>
              <a:rPr lang="nl-NL" dirty="0"/>
              <a:t>Nederland was neutraal </a:t>
            </a:r>
          </a:p>
          <a:p>
            <a:pPr lvl="1"/>
            <a:r>
              <a:rPr lang="nl-NL" dirty="0"/>
              <a:t>Deden niet mee met de oorlog </a:t>
            </a:r>
          </a:p>
          <a:p>
            <a:r>
              <a:rPr lang="nl-NL" b="1" dirty="0"/>
              <a:t>positief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Konden dus vrij handelen met alle partijen </a:t>
            </a:r>
          </a:p>
          <a:p>
            <a:pPr lvl="2"/>
            <a:r>
              <a:rPr lang="nl-NL" dirty="0"/>
              <a:t>Zowel met Duitsland + Oostenrijk-Hongarije </a:t>
            </a:r>
          </a:p>
          <a:p>
            <a:pPr lvl="2"/>
            <a:r>
              <a:rPr lang="nl-NL" dirty="0"/>
              <a:t>Frankrijk, Engeland, België</a:t>
            </a:r>
          </a:p>
          <a:p>
            <a:pPr lvl="1"/>
            <a:r>
              <a:rPr lang="nl-NL" dirty="0"/>
              <a:t>Philips werd heel groot.</a:t>
            </a:r>
          </a:p>
          <a:p>
            <a:pPr lvl="2"/>
            <a:r>
              <a:rPr lang="nl-NL" dirty="0"/>
              <a:t>Niemand wil meer Duitse lampen hebben  </a:t>
            </a:r>
          </a:p>
        </p:txBody>
      </p:sp>
    </p:spTree>
    <p:extLst>
      <p:ext uri="{BB962C8B-B14F-4D97-AF65-F5344CB8AC3E}">
        <p14:creationId xmlns:p14="http://schemas.microsoft.com/office/powerpoint/2010/main" val="3064936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B661-04A0-1CF0-EFDD-F3D1A4AE9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7A87CF-559A-4410-9C29-240E315CD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Eerste Wereldoorlog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E2AC8F3-1C7B-CF72-6CD8-C72999A0A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9048222" cy="5330015"/>
          </a:xfrm>
        </p:spPr>
        <p:txBody>
          <a:bodyPr/>
          <a:lstStyle/>
          <a:p>
            <a:r>
              <a:rPr lang="nl-NL" dirty="0"/>
              <a:t>Nederland was neutraal </a:t>
            </a:r>
          </a:p>
          <a:p>
            <a:pPr lvl="1"/>
            <a:r>
              <a:rPr lang="nl-NL" dirty="0"/>
              <a:t>Deden niet mee met de oorlog </a:t>
            </a:r>
          </a:p>
          <a:p>
            <a:r>
              <a:rPr lang="nl-NL" b="1" dirty="0"/>
              <a:t>Negatief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Na enkele jaren kon je niet meer varen i.v.m. duikboten </a:t>
            </a:r>
          </a:p>
          <a:p>
            <a:pPr lvl="1"/>
            <a:r>
              <a:rPr lang="nl-NL" dirty="0"/>
              <a:t>Minder productie + handel = economische problemen</a:t>
            </a:r>
          </a:p>
        </p:txBody>
      </p:sp>
    </p:spTree>
    <p:extLst>
      <p:ext uri="{BB962C8B-B14F-4D97-AF65-F5344CB8AC3E}">
        <p14:creationId xmlns:p14="http://schemas.microsoft.com/office/powerpoint/2010/main" val="416392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D2D3-8382-37C9-1111-4E0476C0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D018-32E3-1CB4-A267-B1EC60BB4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Eerste Wereldoorlog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837A34-8B61-0047-E4EA-2DBFCB05D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9048222" cy="5330015"/>
          </a:xfrm>
        </p:spPr>
        <p:txBody>
          <a:bodyPr/>
          <a:lstStyle/>
          <a:p>
            <a:r>
              <a:rPr lang="nl-NL" dirty="0"/>
              <a:t>Oplossing voor de grote problemen = </a:t>
            </a:r>
            <a:r>
              <a:rPr lang="nl-NL" b="1" dirty="0"/>
              <a:t>distributiestelsel</a:t>
            </a:r>
          </a:p>
          <a:p>
            <a:r>
              <a:rPr lang="nl-NL" dirty="0"/>
              <a:t>Invoeren van de bon </a:t>
            </a:r>
          </a:p>
          <a:p>
            <a:pPr lvl="1"/>
            <a:r>
              <a:rPr lang="nl-NL" dirty="0"/>
              <a:t>Eerlijk verdelen van de producten </a:t>
            </a:r>
          </a:p>
          <a:p>
            <a:endParaRPr lang="nl-NL" dirty="0"/>
          </a:p>
          <a:p>
            <a:r>
              <a:rPr lang="nl-NL" dirty="0"/>
              <a:t>Na WO1 ging het veel beter! </a:t>
            </a:r>
          </a:p>
        </p:txBody>
      </p:sp>
    </p:spTree>
    <p:extLst>
      <p:ext uri="{BB962C8B-B14F-4D97-AF65-F5344CB8AC3E}">
        <p14:creationId xmlns:p14="http://schemas.microsoft.com/office/powerpoint/2010/main" val="3352773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0490B-15D8-8ADB-41D5-93682B34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A8E6C-0AF1-C922-D3E9-C37235474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Sociale regels na WO1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0FC3595-483F-1F2F-B2FE-16DF3A098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9209089" cy="5668682"/>
          </a:xfrm>
        </p:spPr>
        <p:txBody>
          <a:bodyPr>
            <a:normAutofit/>
          </a:bodyPr>
          <a:lstStyle/>
          <a:p>
            <a:r>
              <a:rPr lang="nl-NL" dirty="0"/>
              <a:t>Angst voor het </a:t>
            </a:r>
            <a:r>
              <a:rPr lang="nl-NL" b="1" dirty="0"/>
              <a:t>communisme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Die hadden de macht gegrepen in Rusland</a:t>
            </a:r>
          </a:p>
          <a:p>
            <a:pPr lvl="1"/>
            <a:r>
              <a:rPr lang="nl-NL" dirty="0"/>
              <a:t>“Arbeiders” grijpen de macht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Rijke raken al het geld + bezittingen kwijt! </a:t>
            </a:r>
          </a:p>
          <a:p>
            <a:pPr lvl="2"/>
            <a:r>
              <a:rPr lang="nl-NL" dirty="0"/>
              <a:t>Al het bezit wordt van de staat.</a:t>
            </a:r>
          </a:p>
          <a:p>
            <a:pPr lvl="1"/>
            <a:r>
              <a:rPr lang="nl-NL" dirty="0"/>
              <a:t>Iedereen verdiend evenveel </a:t>
            </a:r>
          </a:p>
          <a:p>
            <a:endParaRPr lang="nl-NL" dirty="0"/>
          </a:p>
          <a:p>
            <a:r>
              <a:rPr lang="nl-NL" dirty="0"/>
              <a:t>Massale slachtpartijen onder de bevolking</a:t>
            </a:r>
          </a:p>
          <a:p>
            <a:pPr lvl="1"/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70605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A57D96C-BBB0-37A6-1D36-E6DEF126D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849" y="643467"/>
            <a:ext cx="7874301" cy="55710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6856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E82E5-E510-FFD3-B075-EF05A9E3F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DBAFE8-D0FA-B339-2B15-41A93743F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Sociale regels na WO1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AFB190-C67C-C7D2-3752-51AC04780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9209089" cy="5668682"/>
          </a:xfrm>
        </p:spPr>
        <p:txBody>
          <a:bodyPr>
            <a:normAutofit/>
          </a:bodyPr>
          <a:lstStyle/>
          <a:p>
            <a:r>
              <a:rPr lang="nl-NL" dirty="0"/>
              <a:t>Angst voor het </a:t>
            </a:r>
            <a:r>
              <a:rPr lang="nl-NL" b="1" dirty="0"/>
              <a:t>communisme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Die hadden de macht gegrepen in Rusland </a:t>
            </a:r>
          </a:p>
          <a:p>
            <a:pPr lvl="1"/>
            <a:r>
              <a:rPr lang="nl-NL" dirty="0"/>
              <a:t>Rijke raakte alle bezittingen / macht kwijt </a:t>
            </a:r>
          </a:p>
          <a:p>
            <a:r>
              <a:rPr lang="nl-NL" dirty="0"/>
              <a:t>Meer hulp voor het </a:t>
            </a:r>
            <a:r>
              <a:rPr lang="nl-NL" b="1" dirty="0"/>
              <a:t>socialisme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Als de arbeiders tevreden zijn ontstaat er geen revolutie!</a:t>
            </a:r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4542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B61D3-1788-F56E-E8DF-25E76CBF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91D7E-5AD5-3879-DBD5-51930B38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Sociale regels na WO1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74F1BB9-50E2-E1E1-D740-68D615759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9209089" cy="5668682"/>
          </a:xfrm>
        </p:spPr>
        <p:txBody>
          <a:bodyPr>
            <a:normAutofit/>
          </a:bodyPr>
          <a:lstStyle/>
          <a:p>
            <a:r>
              <a:rPr lang="nl-NL" dirty="0"/>
              <a:t>Angst voor het </a:t>
            </a:r>
            <a:r>
              <a:rPr lang="nl-NL" b="1" dirty="0"/>
              <a:t>communisme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Die hadden de macht gegrepen in Rusland </a:t>
            </a:r>
          </a:p>
          <a:p>
            <a:pPr lvl="1"/>
            <a:r>
              <a:rPr lang="nl-NL" dirty="0"/>
              <a:t>Rijke raakte alle bezittingen / macht kwijt </a:t>
            </a:r>
          </a:p>
          <a:p>
            <a:r>
              <a:rPr lang="nl-NL" dirty="0"/>
              <a:t>Meer hulp voor het </a:t>
            </a:r>
            <a:r>
              <a:rPr lang="nl-NL" b="1" dirty="0"/>
              <a:t>socialisme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Als de arbeiders tevreden zijn ontstaat er geen revolutie!</a:t>
            </a:r>
          </a:p>
          <a:p>
            <a:r>
              <a:rPr lang="nl-NL" dirty="0"/>
              <a:t>1917 = algemeen kiesrecht voor mannen </a:t>
            </a:r>
          </a:p>
          <a:p>
            <a:pPr lvl="1"/>
            <a:r>
              <a:rPr lang="nl-NL" dirty="0"/>
              <a:t>SDAP krijgt 22-zetels in 1918 </a:t>
            </a:r>
          </a:p>
          <a:p>
            <a:pPr lvl="1"/>
            <a:r>
              <a:rPr lang="nl-NL" dirty="0"/>
              <a:t>Kan nu echt iets veranderen!</a:t>
            </a:r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49967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9B46B-74A5-CBC9-1C9C-FB2AE90E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C5B4DC-3BDB-323B-C3FF-BA8E5D7DD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Sociale regels na WO1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A09DCA8-848B-DF5C-BE20-4CB2B3078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9209089" cy="5668682"/>
          </a:xfrm>
        </p:spPr>
        <p:txBody>
          <a:bodyPr>
            <a:normAutofit/>
          </a:bodyPr>
          <a:lstStyle/>
          <a:p>
            <a:r>
              <a:rPr lang="nl-NL" dirty="0"/>
              <a:t>Sociale wetten </a:t>
            </a:r>
          </a:p>
          <a:p>
            <a:pPr lvl="1"/>
            <a:r>
              <a:rPr lang="nl-NL" dirty="0"/>
              <a:t>Onder aanvoering van Troelstra </a:t>
            </a:r>
          </a:p>
          <a:p>
            <a:pPr lvl="1"/>
            <a:r>
              <a:rPr lang="nl-NL" dirty="0"/>
              <a:t>Wetten over werkzaamheden</a:t>
            </a:r>
          </a:p>
          <a:p>
            <a:pPr lvl="1"/>
            <a:r>
              <a:rPr lang="nl-NL" dirty="0"/>
              <a:t>Wetten over woonsituatie </a:t>
            </a:r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6342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D0D6-F021-B640-8B9C-6605C8C3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0CF45-686E-242B-307E-8D24F5A8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Sociale regels na WO1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4148F1D-FAD1-4F3D-2E56-7E7709AB9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11645895" cy="5668682"/>
          </a:xfrm>
        </p:spPr>
        <p:txBody>
          <a:bodyPr>
            <a:normAutofit/>
          </a:bodyPr>
          <a:lstStyle/>
          <a:p>
            <a:r>
              <a:rPr lang="nl-NL" dirty="0"/>
              <a:t>Opzetten van </a:t>
            </a:r>
            <a:r>
              <a:rPr lang="nl-NL" b="1" dirty="0" err="1"/>
              <a:t>CAO’s</a:t>
            </a:r>
            <a:r>
              <a:rPr lang="nl-NL" dirty="0"/>
              <a:t>!!</a:t>
            </a:r>
          </a:p>
          <a:p>
            <a:pPr lvl="1"/>
            <a:r>
              <a:rPr lang="nl-NL" dirty="0"/>
              <a:t>Speciale regels voor een complete bedrijfstak </a:t>
            </a:r>
          </a:p>
          <a:p>
            <a:pPr lvl="2"/>
            <a:r>
              <a:rPr lang="nl-NL" dirty="0"/>
              <a:t>Metaalindustrie</a:t>
            </a:r>
          </a:p>
          <a:p>
            <a:pPr lvl="2"/>
            <a:r>
              <a:rPr lang="nl-NL" dirty="0"/>
              <a:t>Onderwijs </a:t>
            </a:r>
          </a:p>
          <a:p>
            <a:pPr lvl="2"/>
            <a:r>
              <a:rPr lang="nl-NL" dirty="0"/>
              <a:t>Politie </a:t>
            </a:r>
          </a:p>
          <a:p>
            <a:pPr marL="914400" lvl="2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lvl="2"/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28079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455F-67AA-57FE-1683-AB2CD36F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884A9F-7566-F2C5-0AD1-DCC58AF2A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Sociale regels na WO1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071CEE2-18A6-392D-4BED-B610A2EF6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11645895" cy="5668682"/>
          </a:xfrm>
        </p:spPr>
        <p:txBody>
          <a:bodyPr>
            <a:normAutofit/>
          </a:bodyPr>
          <a:lstStyle/>
          <a:p>
            <a:r>
              <a:rPr lang="nl-NL" dirty="0"/>
              <a:t>Opzetten van </a:t>
            </a:r>
            <a:r>
              <a:rPr lang="nl-NL" b="1" dirty="0" err="1"/>
              <a:t>CAO’s</a:t>
            </a:r>
            <a:r>
              <a:rPr lang="nl-NL" dirty="0"/>
              <a:t>!!</a:t>
            </a:r>
          </a:p>
          <a:p>
            <a:pPr lvl="1"/>
            <a:r>
              <a:rPr lang="nl-NL" dirty="0"/>
              <a:t>Speciale regels voor een complete bedrijfstak </a:t>
            </a:r>
          </a:p>
          <a:p>
            <a:pPr lvl="2"/>
            <a:r>
              <a:rPr lang="nl-NL" dirty="0"/>
              <a:t>Metaalindustrie</a:t>
            </a:r>
          </a:p>
          <a:p>
            <a:pPr lvl="2"/>
            <a:r>
              <a:rPr lang="nl-NL" dirty="0"/>
              <a:t>Onderwijs </a:t>
            </a:r>
          </a:p>
          <a:p>
            <a:pPr lvl="2"/>
            <a:r>
              <a:rPr lang="nl-NL" dirty="0"/>
              <a:t>Politie </a:t>
            </a:r>
          </a:p>
          <a:p>
            <a:pPr marL="914400" lvl="2" indent="0">
              <a:buNone/>
            </a:pPr>
            <a:endParaRPr lang="nl-NL" dirty="0"/>
          </a:p>
          <a:p>
            <a:r>
              <a:rPr lang="nl-NL" dirty="0"/>
              <a:t>Voorbeeld metaalindustrie : </a:t>
            </a:r>
          </a:p>
          <a:p>
            <a:r>
              <a:rPr lang="nl-NL" dirty="0"/>
              <a:t>“</a:t>
            </a:r>
            <a:r>
              <a:rPr lang="nl-NL" b="1" dirty="0"/>
              <a:t>Uitrustings- en </a:t>
            </a:r>
            <a:r>
              <a:rPr lang="nl-NL" b="1" dirty="0" err="1"/>
              <a:t>wasvergoeding</a:t>
            </a:r>
            <a:r>
              <a:rPr lang="nl-NL" b="1" dirty="0"/>
              <a:t>:</a:t>
            </a:r>
            <a:r>
              <a:rPr lang="nl-NL" dirty="0"/>
              <a:t> Als werknemers zelf hun werkkleding en veiligheidsschoenen kopen en onderhouden, geldt een verplichte netto vergoeding per werkdag. Stelt de werkgever kleding ter beschikking, dan is een vaste </a:t>
            </a:r>
            <a:r>
              <a:rPr lang="nl-NL" dirty="0" err="1"/>
              <a:t>wasvergoeding</a:t>
            </a:r>
            <a:r>
              <a:rPr lang="nl-NL" dirty="0"/>
              <a:t> van € 1,00 netto per werkdag verplicht. </a:t>
            </a:r>
          </a:p>
          <a:p>
            <a:r>
              <a:rPr lang="nl-NL" dirty="0"/>
              <a:t>Ook de aanschaf van een veiligheidsbril op sterkte is verplicht voor rekening van de werkgever. “</a:t>
            </a:r>
          </a:p>
          <a:p>
            <a:endParaRPr lang="nl-NL" dirty="0"/>
          </a:p>
          <a:p>
            <a:pPr lvl="2"/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71470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5EBBE-0773-5F5C-9B13-9E97799F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AB66CE-E50F-BCDC-2093-11530638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78" y="222126"/>
            <a:ext cx="7854422" cy="774949"/>
          </a:xfrm>
        </p:spPr>
        <p:txBody>
          <a:bodyPr/>
          <a:lstStyle/>
          <a:p>
            <a:r>
              <a:rPr lang="nl-NL" dirty="0"/>
              <a:t>Economische gevolgen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53B9FDD-9B27-6368-F976-8503503B0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78" y="1189318"/>
            <a:ext cx="7617355" cy="5584015"/>
          </a:xfrm>
        </p:spPr>
        <p:txBody>
          <a:bodyPr/>
          <a:lstStyle/>
          <a:p>
            <a:r>
              <a:rPr lang="nl-NL" dirty="0"/>
              <a:t>Na WO1 gaat het geweldig in Nederland</a:t>
            </a:r>
          </a:p>
          <a:p>
            <a:pPr lvl="1"/>
            <a:r>
              <a:rPr lang="nl-NL" dirty="0"/>
              <a:t>Geen oorlogsschade </a:t>
            </a:r>
          </a:p>
          <a:p>
            <a:pPr lvl="1"/>
            <a:r>
              <a:rPr lang="nl-NL" dirty="0"/>
              <a:t>Heel veel handel (Rotterdam)</a:t>
            </a:r>
          </a:p>
          <a:p>
            <a:pPr lvl="1"/>
            <a:r>
              <a:rPr lang="nl-NL" dirty="0"/>
              <a:t>Er moest heel veel gerepareerd worden</a:t>
            </a:r>
          </a:p>
          <a:p>
            <a:pPr lvl="1"/>
            <a:r>
              <a:rPr lang="nl-NL" dirty="0"/>
              <a:t>Er zijn heel veel producten nodig --&gt; veel handel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60770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BC998-7C09-F504-70EF-EF9BF320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400BC6-2A23-0C8A-01B4-BEEFEF56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452718"/>
            <a:ext cx="4765226" cy="1400530"/>
          </a:xfrm>
        </p:spPr>
        <p:txBody>
          <a:bodyPr>
            <a:normAutofit/>
          </a:bodyPr>
          <a:lstStyle/>
          <a:p>
            <a:r>
              <a:rPr lang="nl-NL" dirty="0"/>
              <a:t>Crisisjaren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FC9395-363F-4303-9B88-F5B9F15A2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pic>
        <p:nvPicPr>
          <p:cNvPr id="4" name="Afbeelding 3" descr="Beurscrash Wallstreet - Beursgeschiedenis">
            <a:extLst>
              <a:ext uri="{FF2B5EF4-FFF2-40B4-BE49-F238E27FC236}">
                <a16:creationId xmlns:a16="http://schemas.microsoft.com/office/drawing/2014/main" id="{70905C22-A521-8D01-7EF9-90A7EC1A32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62" r="-1" b="44960"/>
          <a:stretch>
            <a:fillRect/>
          </a:stretch>
        </p:blipFill>
        <p:spPr>
          <a:xfrm>
            <a:off x="6103423" y="-2"/>
            <a:ext cx="6087038" cy="3429461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E48CD77-0AC6-1FF6-F6CD-4D0EAB3AF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09" y="1496292"/>
            <a:ext cx="4927037" cy="4752108"/>
          </a:xfrm>
        </p:spPr>
        <p:txBody>
          <a:bodyPr>
            <a:normAutofit/>
          </a:bodyPr>
          <a:lstStyle/>
          <a:p>
            <a:r>
              <a:rPr lang="nl-NL" dirty="0"/>
              <a:t>Beurskrach van 1929!</a:t>
            </a:r>
          </a:p>
          <a:p>
            <a:pPr lvl="1"/>
            <a:r>
              <a:rPr lang="nl-NL" dirty="0"/>
              <a:t>Hele aandelenbeurs stort in elkaar</a:t>
            </a:r>
          </a:p>
          <a:p>
            <a:pPr lvl="1"/>
            <a:r>
              <a:rPr lang="nl-NL" dirty="0"/>
              <a:t>Grootste economische crisis</a:t>
            </a:r>
          </a:p>
          <a:p>
            <a:endParaRPr lang="nl-NL" dirty="0"/>
          </a:p>
          <a:p>
            <a:r>
              <a:rPr lang="nl-NL" dirty="0"/>
              <a:t>Bedrijven in de VS gaan failliet </a:t>
            </a:r>
          </a:p>
          <a:p>
            <a:r>
              <a:rPr lang="nl-NL" dirty="0"/>
              <a:t>Handel stopt compleet.</a:t>
            </a:r>
          </a:p>
          <a:p>
            <a:r>
              <a:rPr lang="nl-NL" dirty="0"/>
              <a:t>Steeds meer bedrijven gaan failliet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5" name="Afbeelding 4" descr="Beurscrash 1929: Zwarte Donderdag – Een Historisch Keerpunt">
            <a:extLst>
              <a:ext uri="{FF2B5EF4-FFF2-40B4-BE49-F238E27FC236}">
                <a16:creationId xmlns:a16="http://schemas.microsoft.com/office/drawing/2014/main" id="{D2F538FC-604D-D9FF-10BD-9A0713BB44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1465"/>
          <a:stretch>
            <a:fillRect/>
          </a:stretch>
        </p:blipFill>
        <p:spPr>
          <a:xfrm>
            <a:off x="6103423" y="3429460"/>
            <a:ext cx="6087038" cy="342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22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DC0BD-498E-3F43-B20A-2BFAB45B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1AC97F-E961-3822-06CF-49754F8A9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8" y="232499"/>
            <a:ext cx="6188190" cy="1622321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rgbClr val="EBEBEB"/>
                </a:solidFill>
              </a:rPr>
              <a:t>Crisisjaren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224A991-5C79-4BA0-B81F-920F5D0AF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8" y="1260764"/>
            <a:ext cx="6629301" cy="4963055"/>
          </a:xfrm>
        </p:spPr>
        <p:txBody>
          <a:bodyPr>
            <a:normAutofit lnSpcReduction="10000"/>
          </a:bodyPr>
          <a:lstStyle/>
          <a:p>
            <a:r>
              <a:rPr lang="nl-NL" dirty="0">
                <a:solidFill>
                  <a:srgbClr val="FFFFFF"/>
                </a:solidFill>
              </a:rPr>
              <a:t>Geen werk meer in de handel</a:t>
            </a:r>
          </a:p>
          <a:p>
            <a:pPr lvl="0"/>
            <a:r>
              <a:rPr lang="nl-NL" b="1" dirty="0"/>
              <a:t>1929 (Voor de krach):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Invoer = 2,75 miljard gulden </a:t>
            </a:r>
          </a:p>
          <a:p>
            <a:pPr lvl="1"/>
            <a:r>
              <a:rPr lang="nl-NL" dirty="0"/>
              <a:t>Uitvoer = 1,99 miljard gulden</a:t>
            </a:r>
          </a:p>
          <a:p>
            <a:pPr lvl="0"/>
            <a:r>
              <a:rPr lang="nl-NL" b="1" dirty="0"/>
              <a:t>1935 (Dieptepunt):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Invoer = 0,94 miljard gulden </a:t>
            </a:r>
          </a:p>
          <a:p>
            <a:pPr lvl="1"/>
            <a:r>
              <a:rPr lang="nl-NL" dirty="0"/>
              <a:t>Uitvoer = 0,67 miljard gulden</a:t>
            </a:r>
          </a:p>
          <a:p>
            <a:endParaRPr lang="nl-NL" dirty="0">
              <a:solidFill>
                <a:srgbClr val="FFFFFF"/>
              </a:solidFill>
            </a:endParaRPr>
          </a:p>
          <a:p>
            <a:r>
              <a:rPr lang="nl-NL" dirty="0">
                <a:solidFill>
                  <a:srgbClr val="FFFFFF"/>
                </a:solidFill>
              </a:rPr>
              <a:t>Werkloosheid (640.000 mensen 25% v.d. bevolking)</a:t>
            </a:r>
          </a:p>
          <a:p>
            <a:pPr lvl="1"/>
            <a:r>
              <a:rPr lang="nl-NL" dirty="0">
                <a:solidFill>
                  <a:srgbClr val="FFFFFF"/>
                </a:solidFill>
              </a:rPr>
              <a:t>Geen vraag naar producten </a:t>
            </a:r>
          </a:p>
          <a:p>
            <a:pPr lvl="1"/>
            <a:r>
              <a:rPr lang="nl-NL" dirty="0">
                <a:solidFill>
                  <a:srgbClr val="FFFFFF"/>
                </a:solidFill>
              </a:rPr>
              <a:t>Handel stort in elkaar </a:t>
            </a:r>
          </a:p>
          <a:p>
            <a:pPr lvl="1"/>
            <a:r>
              <a:rPr lang="nl-NL" dirty="0">
                <a:solidFill>
                  <a:srgbClr val="FFFFFF"/>
                </a:solidFill>
              </a:rPr>
              <a:t>Nog meer werkloosheid </a:t>
            </a:r>
          </a:p>
          <a:p>
            <a:endParaRPr lang="nl-NL" dirty="0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E4BFE74-06E1-352E-9E8B-32B2890E2A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99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46249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22203-09B3-9AB8-6905-097BC521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2E4A3F-E2FC-A92D-CF08-FCA23E66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84" y="139850"/>
            <a:ext cx="6578936" cy="211173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rgbClr val="EBEBEB"/>
                </a:solidFill>
              </a:rPr>
              <a:t>Crisisjaren in Nederland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0E9EBE3-AA05-B3DF-EA79-7C2CAA40B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764" y="1280160"/>
            <a:ext cx="6579355" cy="4943659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rgbClr val="FFFFFF"/>
                </a:solidFill>
              </a:rPr>
              <a:t>Colijn </a:t>
            </a:r>
          </a:p>
          <a:p>
            <a:pPr lvl="1"/>
            <a:r>
              <a:rPr lang="nl-NL" dirty="0">
                <a:solidFill>
                  <a:srgbClr val="FFFFFF"/>
                </a:solidFill>
              </a:rPr>
              <a:t>Minder inkomsten (belasting) = minder uitgaven (bezuinigen)</a:t>
            </a:r>
          </a:p>
          <a:p>
            <a:pPr lvl="1"/>
            <a:r>
              <a:rPr lang="nl-NL" dirty="0">
                <a:solidFill>
                  <a:srgbClr val="FFFFFF"/>
                </a:solidFill>
              </a:rPr>
              <a:t>Heet </a:t>
            </a:r>
            <a:r>
              <a:rPr lang="nl-NL" b="1" dirty="0">
                <a:solidFill>
                  <a:srgbClr val="FFFFFF"/>
                </a:solidFill>
              </a:rPr>
              <a:t>aanpassingspolitiek</a:t>
            </a:r>
            <a:r>
              <a:rPr lang="nl-NL" dirty="0">
                <a:solidFill>
                  <a:srgbClr val="FFFFFF"/>
                </a:solidFill>
              </a:rPr>
              <a:t> </a:t>
            </a:r>
          </a:p>
          <a:p>
            <a:pPr lvl="1"/>
            <a:r>
              <a:rPr lang="nl-NL" dirty="0">
                <a:solidFill>
                  <a:srgbClr val="FFFFFF"/>
                </a:solidFill>
              </a:rPr>
              <a:t>Loonmatiging </a:t>
            </a:r>
          </a:p>
          <a:p>
            <a:r>
              <a:rPr lang="nl-NL" dirty="0">
                <a:solidFill>
                  <a:srgbClr val="FFFFFF"/>
                </a:solidFill>
              </a:rPr>
              <a:t>1936 is een aanpassing van de economie </a:t>
            </a:r>
            <a:r>
              <a:rPr lang="nl-NL" dirty="0">
                <a:solidFill>
                  <a:srgbClr val="FFFFFF"/>
                </a:solidFill>
                <a:sym typeface="Wingdings" pitchFamily="2" charset="2"/>
              </a:rPr>
              <a:t> meer investeren </a:t>
            </a:r>
            <a:endParaRPr lang="nl-NL" dirty="0">
              <a:solidFill>
                <a:srgbClr val="FFFFFF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 descr="Hendrikus Colijn: een leven voor de politiek - ONH.nl">
            <a:extLst>
              <a:ext uri="{FF2B5EF4-FFF2-40B4-BE49-F238E27FC236}">
                <a16:creationId xmlns:a16="http://schemas.microsoft.com/office/drawing/2014/main" id="{BCA122FA-8859-90D4-3249-1C34BBBC7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30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84259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100</TotalTime>
  <Words>788</Words>
  <Application>Microsoft Macintosh PowerPoint</Application>
  <PresentationFormat>Breedbeeld</PresentationFormat>
  <Paragraphs>182</Paragraphs>
  <Slides>27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27</vt:i4>
      </vt:variant>
    </vt:vector>
  </HeadingPairs>
  <TitlesOfParts>
    <vt:vector size="31" baseType="lpstr">
      <vt:lpstr>Century Gothic</vt:lpstr>
      <vt:lpstr>Wingdings</vt:lpstr>
      <vt:lpstr>Wingdings 3</vt:lpstr>
      <vt:lpstr>Ion</vt:lpstr>
      <vt:lpstr>Hoofdstuk 3 De sociale verhoudingen in Nederland</vt:lpstr>
      <vt:lpstr>PowerPoint-presentatie</vt:lpstr>
      <vt:lpstr>Doelen </vt:lpstr>
      <vt:lpstr>De sociale kwestie </vt:lpstr>
      <vt:lpstr>De sociale kwestie </vt:lpstr>
      <vt:lpstr>De sociale kwestie </vt:lpstr>
      <vt:lpstr>Kinderwetje</vt:lpstr>
      <vt:lpstr>Kinderwetje</vt:lpstr>
      <vt:lpstr>Veranderingen </vt:lpstr>
      <vt:lpstr>Veranderingen </vt:lpstr>
      <vt:lpstr>Verandering in de politiek </vt:lpstr>
      <vt:lpstr>Verandering in de politiek </vt:lpstr>
      <vt:lpstr>Eerste Wereldoorlog </vt:lpstr>
      <vt:lpstr>Eerste Wereldoorlog </vt:lpstr>
      <vt:lpstr>Eerste Wereldoorlog </vt:lpstr>
      <vt:lpstr>Eerste Wereldoorlog </vt:lpstr>
      <vt:lpstr>Sociale regels na WO1</vt:lpstr>
      <vt:lpstr>PowerPoint-presentatie</vt:lpstr>
      <vt:lpstr>Sociale regels na WO1</vt:lpstr>
      <vt:lpstr>Sociale regels na WO1</vt:lpstr>
      <vt:lpstr>Sociale regels na WO1</vt:lpstr>
      <vt:lpstr>Sociale regels na WO1</vt:lpstr>
      <vt:lpstr>Sociale regels na WO1</vt:lpstr>
      <vt:lpstr>Economische gevolgen </vt:lpstr>
      <vt:lpstr>Crisisjaren</vt:lpstr>
      <vt:lpstr>Crisisjaren</vt:lpstr>
      <vt:lpstr>Crisisjaren in Nederland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Boersen, J.</dc:creator>
  <cp:lastModifiedBy>Boersen, J.</cp:lastModifiedBy>
  <cp:revision>1</cp:revision>
  <dcterms:created xsi:type="dcterms:W3CDTF">2026-09-03T06:56:46Z</dcterms:created>
  <dcterms:modified xsi:type="dcterms:W3CDTF">2026-09-10T07:47:51Z</dcterms:modified>
</cp:coreProperties>
</file>